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9" r:id="rId2"/>
    <p:sldId id="372" r:id="rId3"/>
    <p:sldId id="261" r:id="rId4"/>
    <p:sldId id="267" r:id="rId5"/>
    <p:sldId id="614" r:id="rId6"/>
    <p:sldId id="1250" r:id="rId7"/>
    <p:sldId id="1256" r:id="rId8"/>
    <p:sldId id="1259" r:id="rId9"/>
    <p:sldId id="1147" r:id="rId10"/>
    <p:sldId id="1260" r:id="rId11"/>
    <p:sldId id="1261" r:id="rId12"/>
    <p:sldId id="1136" r:id="rId13"/>
    <p:sldId id="1258" r:id="rId14"/>
    <p:sldId id="1262" r:id="rId15"/>
    <p:sldId id="1263" r:id="rId16"/>
    <p:sldId id="1265" r:id="rId17"/>
    <p:sldId id="126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41EDD2F1-CC5A-4FFF-9FB1-5D33BB378AB0}">
          <p14:sldIdLst>
            <p14:sldId id="259"/>
          </p14:sldIdLst>
        </p14:section>
        <p14:section name="控管紀錄(Git)" id="{FAC7F004-B9E1-409E-9B6C-DE6158774848}">
          <p14:sldIdLst>
            <p14:sldId id="372"/>
          </p14:sldIdLst>
        </p14:section>
        <p14:section name="進度統整" id="{9E3D4523-BEF5-4AF8-934D-C26DAAB81247}">
          <p14:sldIdLst>
            <p14:sldId id="261"/>
            <p14:sldId id="267"/>
          </p14:sldIdLst>
        </p14:section>
        <p14:section name="模組列表" id="{84A1345F-CF19-4CDC-9C6B-CAC858E61216}">
          <p14:sldIdLst>
            <p14:sldId id="614"/>
          </p14:sldIdLst>
        </p14:section>
        <p14:section name="系統分析" id="{93A0E882-E778-4EF9-B820-91EB43825B54}">
          <p14:sldIdLst>
            <p14:sldId id="1250"/>
            <p14:sldId id="1256"/>
            <p14:sldId id="1259"/>
            <p14:sldId id="1147"/>
            <p14:sldId id="1260"/>
            <p14:sldId id="1261"/>
          </p14:sldIdLst>
        </p14:section>
        <p14:section name="專案架構" id="{3FC1A573-C3A6-4AC5-8D91-B1A9DAC383EE}">
          <p14:sldIdLst>
            <p14:sldId id="1136"/>
          </p14:sldIdLst>
        </p14:section>
        <p14:section name="成果展示" id="{788DF032-E04C-4E3B-A3D1-A8CE8222B270}">
          <p14:sldIdLst>
            <p14:sldId id="1258"/>
            <p14:sldId id="1262"/>
            <p14:sldId id="1263"/>
            <p14:sldId id="1265"/>
            <p14:sldId id="1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E"/>
    <a:srgbClr val="FFFFFF"/>
    <a:srgbClr val="7CAFDE"/>
    <a:srgbClr val="3886CC"/>
    <a:srgbClr val="66A2D8"/>
    <a:srgbClr val="FF6600"/>
    <a:srgbClr val="9751CB"/>
    <a:srgbClr val="6AA4D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4496" autoAdjust="0"/>
  </p:normalViewPr>
  <p:slideViewPr>
    <p:cSldViewPr snapToGrid="0">
      <p:cViewPr varScale="1">
        <p:scale>
          <a:sx n="80" d="100"/>
          <a:sy n="80" d="100"/>
        </p:scale>
        <p:origin x="898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2025/6/30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03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762 309 24575,'-10'29'0,"0"-3"0,8-18 0,1 1 0,-1 0 0,2-1 0,-1 1 0,1 0 0,1 0 0,3 17 0,-3-22 0,0 0 0,1 0 0,-1 0 0,1 0 0,0-1 0,1 1 0,-1-1 0,1 1 0,-1-1 0,1 0 0,0 1 0,0-1 0,0-1 0,1 1 0,-1 0 0,1-1 0,-1 0 0,6 2 0,20 12 0,-15-8 0,1 0 0,0-1 0,0-1 0,24 7 0,-23-9 0,-12-2 0,0-1 0,-1 0 0,1 0 0,0-1 0,0 1 0,0-1 0,-1 0 0,8 0 0,-9-1 0,-1 1 0,0-1 0,1 0 0,-1 0 0,0 0 0,0 1 0,1-1 0,-1 0 0,0-1 0,0 1 0,0 0 0,0 0 0,0 0 0,-1-1 0,1 1 0,0 0 0,0-1 0,-1 1 0,1 0 0,-1-1 0,1 1 0,-1-1 0,0 1 0,0-1 0,0 1 0,1-1 0,-2-1 0,3-11 0,0 0 0,-1 0 0,-1 0 0,0 0 0,-1 0 0,-4-19 0,4 29 0,0 0 0,0 1 0,0-1 0,-1 1 0,1-1 0,-1 1 0,0-1 0,1 1 0,-2 0 0,1 0 0,0 0 0,-1 0 0,1 1 0,-1-1 0,0 0 0,0 1 0,0 0 0,0 0 0,0 0 0,0 0 0,-1 0 0,1 1 0,0-1 0,-1 1 0,0 0 0,1 0 0,-1 0 0,-4 0 0,-26-1 0,0 1 0,-58 7 0,89-6 0,0 1 0,1-1 0,-1 1 0,0 0 0,0 0 0,1 0 0,-1 0 0,1 0 0,-1 1 0,1-1 0,-1 1 0,1-1 0,0 1 0,0 0 0,0 0 0,0 0 0,0 0 0,0 0 0,0 1 0,1-1 0,-1 1 0,1-1 0,0 1 0,-1-1 0,1 1 0,1 0 0,-1-1 0,0 1 0,1 0 0,-1 0 0,1 0 0,0 0 0,0-1 0,0 4 0,0 0 0,0 1 0,1-1 0,0 0 0,0 0 0,0 0 0,1 0 0,0 0 0,0 0 0,1 0 0,-1 0 0,1-1 0,0 1 0,1-1 0,7 9 0,-5-8 0,1-1 0,1 0 0,-1 0 0,1 0 0,0-1 0,0 0 0,0 0 0,1-1 0,10 3 0,8 1 0,47 6 0,-67-13 0,-1 1 0,1-1 0,0 1 0,0-2 0,0 1 0,0-1 0,-1 0 0,10-3 0,-15 3 0,1 1 0,-1-1 0,1 0 0,-1 1 0,1-1 0,-1 0 0,1 0 0,-1 0 0,0 0 0,0 0 0,0-1 0,1 1 0,-1 0 0,0 0 0,0-1 0,-1 1 0,1-1 0,0 1 0,0-1 0,-1 1 0,1-1 0,-1 1 0,1-1 0,-1 0 0,0 1 0,0-1 0,1 1 0,-1-1 0,0 0 0,0 1 0,-1-1 0,1 0 0,0 1 0,-1-1 0,1 0 0,-1 1 0,1-1 0,-1 1 0,-1-4 0,0 1 0,0 0 0,-1-1 0,1 1 0,-1 0 0,0 0 0,0 1 0,0-1 0,0 0 0,-1 1 0,1 0 0,-1 0 0,0 0 0,0 0 0,0 1 0,0-1 0,-1 1 0,1 0 0,-1 1 0,1-1 0,-1 1 0,0 0 0,-7-2 0,-10 1 0,0 0 0,-1 2 0,-36 3 0,29-2 0,29 0 0,1-1 0,-1 0 0,0 0 0,0 0 0,0 1 0,1-1 0,-1 0 0,0 0 0,0 0 0,0 0 0,0 0 0,1-1 0,-1 1 0,0 0 0,0 0 0,1 0 0,-1-1 0,0 1 0,0-1 0,1 1 0,-1 0 0,0-1 0,0 1 0,1-1 0,-1 1 0,1-1 0,-1 0 0,1 1 0,-1-1 0,1 0 0,-1 1 0,1-1 0,-1 0 0,1 1 0,0-1 0,-1 0 0,1 0 0,0 0 0,0 1 0,0-1 0,-1 0 0,1 0 0,0 0 0,0 1 0,0-1 0,0 0 0,0 0 0,1 0 0,-1 1 0,0-1 0,0 0 0,0 0 0,1 0 0,-1 1 0,1-1 0,-1 0 0,0 0 0,1 1 0,-1-1 0,2-1 0,1-4 0,1 0 0,0 0 0,0 0 0,1 1 0,9-9 0,40-43 0,-53 56 0,-1 1 0,1-1 0,-1 1 0,1-1 0,0 1 0,-1-1 0,1 1 0,-1-1 0,1 1 0,0-1 0,0 1 0,-1 0 0,1 0 0,0-1 0,-1 1 0,1 0 0,0 0 0,0 0 0,-1 0 0,1 0 0,0 0 0,0 0 0,0 0 0,-1 0 0,1 0 0,0 0 0,0 0 0,-1 0 0,1 1 0,0-1 0,0 1 0,1 0 0,0 1 0,-1-1 0,1 1 0,-1-1 0,1 1 0,-1 0 0,0 0 0,0-1 0,0 1 0,0 0 0,1 3 0,1 5 0,0-1 0,0 1 0,2 19 0,-4-13 0,-1-5 0,0-1 0,1 0 0,4 17 0,-5-26 0,1 1 0,-1-1 0,0 0 0,0 0 0,1 0 0,-1 1 0,1-1 0,-1 0 0,1 0 0,0 0 0,-1 0 0,1 0 0,0 0 0,0 0 0,-1 0 0,1 0 0,0-1 0,0 1 0,0 0 0,0 0 0,0-1 0,0 1 0,0-1 0,1 1 0,-1-1 0,0 1 0,0-1 0,0 0 0,0 1 0,1-1 0,-1 0 0,0 0 0,0 0 0,1 0 0,-1 0 0,0 0 0,2-1 0,1 0 0,-1-1 0,-1 1 0,1-1 0,0 0 0,0 0 0,-1 0 0,1 0 0,-1 0 0,1-1 0,-1 1 0,0-1 0,0 0 0,0 1 0,-1-1 0,1 0 0,0 0 0,-1 0 0,1-4 0,18-57 0,-26 83 0,2-6 0,0 0 0,0 0 0,1 1 0,-1 22 0,4-36 0,0 1 0,0-1 0,0 0 0,0 0 0,0 0 0,0 0 0,0 0 0,0 1 0,0-1 0,0 0 0,0 0 0,0 0 0,0 0 0,0 0 0,0 1 0,0-1 0,0 0 0,0 0 0,0 0 0,0 0 0,0 0 0,0 1 0,0-1 0,0 0 0,1 0 0,-1 0 0,0 0 0,0 0 0,0 0 0,0 0 0,0 0 0,0 1 0,0-1 0,1 0 0,-1 0 0,0 0 0,0 0 0,0 0 0,0 0 0,0 0 0,1 0 0,-1 0 0,0 0 0,0 0 0,0 0 0,0 0 0,1 0 0,-1 0 0,0 0 0,9-7 0,6-13 0,-8 5 0,-1-1 0,0 0 0,-1 0 0,3-20 0,-5 25 0,-3 10 0,1 1 0,-1-1 0,0 0 0,1 0 0,-1 0 0,0 0 0,0 1 0,0-1 0,0 0 0,0 0 0,0 0 0,0 0 0,0 0 0,0 0 0,0 1 0,0-1 0,0 0 0,0 0 0,-1 0 0,1 0 0,0 1 0,-1-1 0,1 0 0,-1 0 0,1 1 0,-1-1 0,1 0 0,-1 1 0,1-1 0,-2 0 0,1 0 0,-1 1 0,1 0 0,-1 0 0,1 0 0,-1 0 0,1 0 0,-1 1 0,1-1 0,-1 0 0,1 1 0,0-1 0,-1 1 0,1-1 0,-1 1 0,-1 1 0,-8 4 0,1 0 0,0 1 0,-11 10 0,-68 62 0,82-73 0,1 1 0,-1-1 0,0 0 0,-1 0 0,0 0 0,0-1 0,0 0 0,-15 6 0,21-11 0,1 0 0,0 0 0,0-1 0,0 1 0,0 0 0,0 0 0,0-1 0,0 1 0,0-1 0,0 1 0,0-1 0,0 0 0,1 1 0,-1-1 0,0 0 0,0 1 0,0-1 0,1 0 0,-1 0 0,0 0 0,1 0 0,-1 0 0,1 1 0,-1-1 0,1 0 0,0 0 0,-1 0 0,1 0 0,0-1 0,0 1 0,-1 0 0,1 0 0,0 0 0,0-2 0,-2-45 0,2 43 0,2-41 0,0 21 0,-2 24 0,-2 10 0,-1 13 0,-2 0 0,0 0 0,-1 0 0,-2-1 0,-12 27 0,37-82 0,67-115 0,-73 123 0,-13 17 0,-11 14 0,-12 18 0,21-19 0,0 0 0,0 0 0,0-1 0,-1 1 0,1-1 0,-1 0 0,1 0 0,-9 3 0,11-6 0,1 0 0,-1 0 0,1 0 0,-1 0 0,1 0 0,-1-1 0,1 1 0,-1 0 0,1-1 0,0 0 0,-1 1 0,1-1 0,0 0 0,-1 1 0,1-1 0,0 0 0,0 0 0,0 0 0,0 0 0,0 0 0,0 0 0,0-1 0,0 1 0,0 0 0,1 0 0,-1-1 0,-1-1 0,-18-44 0,17 38 0,-8-31 0,10 33 0,0 1 0,-1 0 0,1-1 0,-1 1 0,0 0 0,-1 0 0,0 0 0,0 1 0,0-1 0,-6-7 0,8 12 0,1 0 0,-1 1 0,1-1 0,-1 1 0,0-1 0,1 1 0,-1-1 0,0 1 0,1 0 0,-1-1 0,0 1 0,0 0 0,1-1 0,-1 1 0,0 0 0,0 0 0,0 0 0,0 0 0,1 0 0,-1 0 0,0 0 0,0 0 0,0 0 0,1 0 0,-1 0 0,0 1 0,-1-1 0,1 1 0,-1 0 0,0 0 0,1 1 0,-1-1 0,1 0 0,-1 1 0,1-1 0,0 1 0,0-1 0,-3 4 0,1 2 0,-1 0 0,1 0 0,0 1 0,-3 10 0,0 2 0,5-29 0,-5-21 0,6 29 0,-1 1 0,1-1 0,0 1 0,0-1 0,-1 1 0,1-1 0,0 1 0,-1-1 0,1 1 0,0 0 0,-1-1 0,1 1 0,-1-1 0,1 1 0,-1 0 0,1-1 0,-1 1 0,1 0 0,-1 0 0,1 0 0,-1-1 0,1 1 0,-1 0 0,1 0 0,-1 0 0,0 0 0,1 0 0,-1 0 0,1 0 0,-1 0 0,1 0 0,-1 0 0,0 0 0,1 0 0,-1 0 0,1 1 0,-1-1 0,1 0 0,-1 0 0,1 0 0,-1 1 0,1-1 0,-1 0 0,1 1 0,-1-1 0,0 1 0,-2 4 0,-1-1 0,1 1 0,1 0 0,-1 0 0,0 0 0,1 0 0,0 0 0,1 1 0,-1-1 0,1 1 0,-1 8 0,-4 7 0,1 13 0,4-28 0,1-1 0,0 0 0,-1 0 0,0 0 0,0 0 0,-1 0 0,1 0 0,-1 0 0,0-1 0,-1 1 0,-3 6 0,5-11 0,1 0 0,0 0 0,-1 0 0,1 0 0,0 1 0,-1-1 0,1 0 0,0 0 0,0-1 0,-1 1 0,1 0 0,0 0 0,-1 0 0,1 0 0,0 0 0,-1 0 0,1 0 0,0 0 0,-1-1 0,1 1 0,0 0 0,0 0 0,-1 0 0,1-1 0,0 1 0,0 0 0,-1 0 0,1-1 0,0 1 0,0 0 0,0 0 0,0-1 0,-1 1 0,1 0 0,0-1 0,0 1 0,0 0 0,0-1 0,0 1 0,0 0 0,0 0 0,0-1 0,0 1 0,0 0 0,0-1 0,0 1 0,0-1 0,-3-17 0,2 2 0,1 0 0,1 0 0,0 1 0,2-1 0,4-20 0,6-41 0,-12 64 0,0-1 0,1 1 0,1-1 0,0 1 0,8-20 0,-4 76 0,-7-20 0,-1 0 0,-1-1 0,-1 1 0,-1 0 0,-1-1 0,-12 35 0,12-39 0,0 0 0,-2 30 0,1-10 0,12-54 0,1-1 0,0 2 0,2-1 0,0 1 0,0 0 0,13-15 0,-6 8 0,-9 13 0,-6 7 0,0-1 0,1 1 0,0 0 0,-1 0 0,1-1 0,0 1 0,0 1 0,0-1 0,0 0 0,3-1 0,-4 2 0,-1 1 0,1 0 0,-1 0 0,1 0 0,-1 0 0,1 0 0,-1 0 0,0 0 0,1 0 0,-1 0 0,1 0 0,-1 0 0,1 1 0,-1-1 0,1 0 0,-1 0 0,1 0 0,-1 1 0,0-1 0,1 0 0,-1 0 0,1 1 0,-1 0 0,13 18 0,-9-9 0,0 0 0,-1 0 0,-1 1 0,0 0 0,0-1 0,0 23 0,-2-21 0,1-1 0,1 1 0,-1 0 0,2-1 0,5 17 0,-7-26 0,-1 0 0,1 0 0,0-1 0,0 1 0,0-1 0,0 1 0,0-1 0,0 1 0,0-1 0,1 1 0,-1-1 0,3 2 0,-3-3 0,-1 1 0,1-1 0,0 0 0,0 1 0,-1-1 0,1 0 0,0 0 0,0 0 0,-1 0 0,1 1 0,0-1 0,0 0 0,0-1 0,-1 1 0,1 0 0,0 0 0,0 0 0,-1 0 0,1-1 0,1 0 0,1 0 0,-1-1 0,1 0 0,-1 0 0,0 0 0,0 0 0,0 0 0,0 0 0,0-1 0,0 1 0,-1-1 0,1 1 0,-1-1 0,2-4 0,20-41 0,-16 34 0,0-1 0,-1 1 0,0-1 0,3-16 0,1-5 0,1 0 0,18-37 0,-10 25 0,-18 47 0,0 0 0,-1 0 0,1 0 0,-1 0 0,0 0 0,1-1 0,-1 1 0,0 0 0,0 0 0,0 0 0,0 0 0,0-1 0,0 1 0,0 0 0,0 0 0,0-1 0,-1 1 0,1 1 0,0 0 0,-1 0 0,1 0 0,0 0 0,-1 0 0,1-1 0,-1 1 0,1 0 0,0 0 0,-1 0 0,1 0 0,-1 0 0,1 0 0,0 0 0,-1 0 0,1 1 0,0-1 0,-1 0 0,1 0 0,-1 0 0,1 0 0,0 0 0,-1 1 0,1-1 0,0 0 0,-1 0 0,1 0 0,-1 1 0,-29 24 0,-35 47 0,33-34 0,-73 64 0,55-53 0,38-35 0,-1-1 0,-19 15 0,32-28 0,0 0 0,0 1 0,-1-1 0,1 0 0,-1 0 0,1 0 0,0 1 0,-1-1 0,1 0 0,0 0 0,-1 0 0,1 0 0,-1 0 0,1 0 0,-1 0 0,1 0 0,0 0 0,-1 0 0,1 0 0,-1 0 0,1 0 0,0 0 0,-1 0 0,1-1 0,0 1 0,-1 0 0,1 0 0,-1 0 0,1 0 0,0-1 0,-1 1 0,1 0 0,0 0 0,0-1 0,-1 1 0,1 0 0,0-1 0,0 1 0,-1 0 0,1-1 0,0 1 0,0 0 0,0-1 0,-1 1 0,1-1 0,0 1 0,0 0 0,0-1 0,0 1 0,0-1 0,0 1 0,0 0 0,0-1 0,0 1 0,0-1 0,-2-28 0,2 26 0,0-44 0,5-178 0,-5 220 0,0 1 0,1-1 0,0 0 0,0 1 0,0-1 0,1 1 0,-1-1 0,1 1 0,4-8 0,-6 12 0,0 0 0,1 0 0,-1 0 0,0 0 0,0 0 0,1-1 0,-1 1 0,0 0 0,0 0 0,1 0 0,-1 0 0,0 1 0,0-1 0,1 0 0,-1 0 0,0 0 0,0 0 0,0 0 0,1 0 0,-1 0 0,0 0 0,0 0 0,0 1 0,1-1 0,-1 0 0,0 0 0,0 0 0,0 0 0,1 1 0,-1-1 0,0 0 0,0 0 0,0 0 0,0 1 0,0-1 0,0 0 0,0 0 0,1 1 0,-1-1 0,0 0 0,0 0 0,0 0 0,0 1 0,0-1 0,0 0 0,0 0 0,0 1 0,0-1 0,0 0 0,0 0 0,0 1 0,-1-1 0,1 0 0,0 1 0,3 16 0,-1 179 0,-4-107 0,2-89 0,0-1 0,0 1 0,0 0 0,0 0 0,1 0 0,-1 0 0,0 0 0,0 0 0,0 0 0,0 0 0,0 0 0,0 0 0,0 0 0,0 0 0,0 0 0,0 0 0,0 0 0,1 0 0,-1 0 0,0 0 0,0 0 0,0 0 0,0 0 0,0 0 0,0 0 0,0 0 0,0 0 0,0 0 0,0 0 0,0 0 0,1 0 0,-1 0 0,0 0 0,0 0 0,0 0 0,0 0 0,0 0 0,0 0 0,0 0 0,0 0 0,0 1 0,0-1 0,0 0 0,0 0 0,0 0 0,0 0 0,0 0 0,0 0 0,1 0 0,-1 0 0,0 0 0,0 0 0,0 0 0,0 0 0,0 1 0,0-1 0,7-13 0,7-16 0,41-135 0,-43 123 0,-11 37 0,1-1 0,-1-1 0,1 0 0,0 0 0,1 1 0,-1-1 0,1 1 0,0 0 0,1 0 0,4-6 0,-8 11 0,0 0 0,0 0 0,1 0 0,-1 0 0,0 0 0,1 0 0,-1 0 0,0 0 0,0 0 0,1 0 0,-1 0 0,0 0 0,1 0 0,-1 0 0,0 0 0,0 0 0,1 0 0,-1 0 0,0 1 0,0-1 0,1 0 0,-1 0 0,0 0 0,0 0 0,0 1 0,1-1 0,-1 0 0,0 0 0,0 0 0,0 1 0,1-1 0,-1 0 0,0 0 0,0 1 0,0-1 0,0 0 0,0 1 0,0-1 0,0 0 0,0 0 0,0 1 0,0-1 0,0 0 0,0 0 0,0 1 0,0-1 0,0 0 0,0 1 0,0-1 0,2 18 0,-2-18 0,1 187 0,-1-185 0,0 1 0,0 0 0,1-1 0,0 1 0,-1-1 0,1 1 0,0-1 0,0 1 0,0-1 0,2 3 0,-2-4 0,-1 0 0,1 0 0,-1-1 0,1 1 0,0 0 0,-1-1 0,1 1 0,0-1 0,0 1 0,0-1 0,-1 1 0,1-1 0,0 1 0,0-1 0,0 0 0,0 1 0,0-1 0,0 0 0,2 0 0,-1 0 0,0-1 0,-1 1 0,1-1 0,0 1 0,0-1 0,0 0 0,0 0 0,-1 0 0,1 0 0,0 0 0,-1-1 0,1 1 0,-1 0 0,1-1 0,-1 1 0,0-1 0,1 1 0,-1-1 0,0 0 0,0 0 0,0 1 0,0-1 0,-1 0 0,2-3 0,48-153 0,-48 153 0,0 0 0,-1 0 0,1 0 0,-1 0 0,0 0 0,-1 0 0,1 0 0,-2-10 0,1 14 0,0 0 0,0 0 0,0-1 0,0 1 0,0 0 0,-1 0 0,1 0 0,-1-1 0,1 1 0,-1 0 0,1 0 0,-1 0 0,0 0 0,1 0 0,-1 0 0,0 0 0,0 0 0,0 0 0,0 1 0,0-1 0,0 0 0,0 0 0,0 1 0,0-1 0,0 1 0,0-1 0,0 1 0,0-1 0,-1 1 0,1 0 0,0-1 0,0 1 0,0 0 0,-1 0 0,1 0 0,0 0 0,0 0 0,-1 0 0,1 0 0,0 1 0,0-1 0,-2 1 0,-2 0 0,1 0 0,0 1 0,0-1 0,0 1 0,0 0 0,0 1 0,0-1 0,0 1 0,1-1 0,-1 1 0,-4 5 0,-33 42 0,33-38 0,-1-1 0,-15 16 0,3-7 0,0 1 0,2 0 0,1 2 0,-24 38 0,42-61 0,0 1 0,-1-1 0,1 1 0,0-1 0,0 1 0,-1-1 0,1 1 0,0-1 0,-1 1 0,1-1 0,0 1 0,-1-1 0,1 0 0,-1 1 0,1-1 0,0 0 0,-1 1 0,1-1 0,-1 0 0,1 0 0,-1 0 0,1 1 0,-1-1 0,1 0 0,-1 0 0,-1 0 0,-3-11 0,5-24 0,2 21 0,1 1 0,1-1 0,1 0 0,0 1 0,11-23 0,0 1 0,-4 12 0,0 1 0,1 1 0,1 0 0,0 1 0,30-31 0,-42 47 0,-7 5 0,-20 12 0,-31 24 0,-14 17 0,-80 47 0,149-101 0,0 1 0,-1-1 0,1 1 0,0 0 0,0-1 0,0 1 0,0 0 0,0 0 0,0-1 0,0 1 0,0 0 0,0 0 0,0 0 0,1 0 0,-1 0 0,0 0 0,1 1 0,-1-1 0,1 0 0,-1 0 0,0 2 0,2-2 0,-1-1 0,1 1 0,-1 0 0,0 0 0,1-1 0,0 1 0,-1-1 0,1 1 0,-1 0 0,1-1 0,0 1 0,0-1 0,-1 1 0,1-1 0,0 0 0,0 1 0,-1-1 0,1 0 0,0 1 0,0-1 0,0 0 0,1 0 0,11 2 0,-1 0 0,24 0 0,-20-3 0,0-1 0,0-1 0,-1 0 0,1 0 0,28-12 0,-26 8 0,1 1 0,0 1 0,24-3 0,-26 5 0,1 0 0,-1-1 0,0-1 0,-1 0 0,1-1 0,-1-1 0,-1-1 0,25-15 0,-39 23 0,-1 0 0,1 0 0,-1 0 0,1-1 0,-1 1 0,1 0 0,-1-1 0,1 1 0,-1 0 0,0-1 0,1 1 0,-1 0 0,1-1 0,-1 1 0,0-1 0,1 1 0,-1-1 0,0 1 0,0-1 0,1 1 0,-1-1 0,0 1 0,0-1 0,0 1 0,0-1 0,0-1 0,-11-3 0,-24 3 0,15 6 0,1 0 0,0 2 0,1 0 0,-1 1 0,-22 12 0,13-7 0,-5 4 0,1 1 0,1 2 0,0 1 0,-49 42 0,48-38 0,-23 20 0,52-41 0,-1 1 0,1-1 0,0 1 0,0-1 0,1 1 0,-1 0 0,1 0 0,-1 1 0,1-1 0,1 0 0,-3 7 0,4-11 0,0 1 0,-1-1 0,1 1 0,0-1 0,0 1 0,0-1 0,0 0 0,0 1 0,0-1 0,0 1 0,0-1 0,0 1 0,0-1 0,0 1 0,0-1 0,0 0 0,0 1 0,0-1 0,0 1 0,1-1 0,-1 1 0,0-1 0,0 0 0,0 1 0,1-1 0,-1 0 0,0 1 0,1-1 0,-1 0 0,0 1 0,1-1 0,-1 0 0,0 1 0,1-1 0,-1 0 0,1 0 0,18-2 0,17-18 0,-20 9 0,2 0 0,-1 2 0,28-12 0,-29 15 0,-1 0 0,0-2 0,-1 0 0,0 0 0,0-2 0,14-12 0,49-47 0,25-25 0,-101 94 0,-1-1 0,1 1 0,-1 0 0,0 0 0,1 0 0,-1-1 0,0 1 0,1 0 0,-1 0 0,1-1 0,-1 1 0,0 0 0,0-1 0,1 1 0,-1 0 0,0-1 0,0 1 0,1-1 0,-1 1 0,0 0 0,0-1 0,0 1 0,0-1 0,1 1 0,-1-1 0,0 1 0,0-1 0,0 1 0,0-1 0,0 1 0,0 0 0,0-1 0,0 1 0,-1-1 0,1 1 0,0-1 0,0 1 0,0 0 0,0-1 0,-1 1 0,1-1 0,0 1 0,0 0 0,-1-1 0,1 1 0,0 0 0,-1-1 0,1 1 0,0 0 0,-1-1 0,1 1 0,0 0 0,-1 0 0,1-1 0,-1 1 0,1 0 0,0 0 0,-1 0 0,1 0 0,-1 0 0,1-1 0,-1 1 0,1 0 0,-1 0 0,0 0 0,-2 0 0,0 0 0,0 0 0,0 0 0,0 0 0,-1 0 0,1 1 0,0-1 0,-5 2 0,-52 27 0,-72 44 0,128-71 0,-10 7 0,1 1 0,1 0 0,-1 1 0,-10 13 0,11-12 0,-1 0 0,0 0 0,-16 11 0,21-18 0,0 1 0,0 0 0,1 1 0,0 0 0,1 0 0,-1 1 0,1-1 0,1 1 0,-1 1 0,-6 15 0,12-24 0,0 0 0,0 0 0,0 0 0,0 0 0,-1 0 0,1 0 0,0 0 0,0 0 0,0 0 0,0 1 0,0-1 0,0 0 0,0 0 0,0 0 0,0 0 0,1 0 0,-1 0 0,0 0 0,0 0 0,0 0 0,0 1 0,0-1 0,0 0 0,0 0 0,0 0 0,0 0 0,0 0 0,0 0 0,0 0 0,0 0 0,0 0 0,0 0 0,0 0 0,0 0 0,1 0 0,-1 0 0,0 1 0,0-1 0,0 0 0,0 0 0,0 0 0,0 0 0,0 0 0,0 0 0,0 0 0,1 0 0,-1 0 0,0 0 0,0 0 0,0 0 0,0 0 0,0 0 0,0 0 0,0 0 0,0 0 0,0 0 0,1-1 0,-1 1 0,0 0 0,0 0 0,0 0 0,0 0 0,11-5 0,9-11 0,61-42 0,-51 39 0,33-29 0,-42 31 0,38-23 0,-39 27 0,-1 0 0,35-30 0,11-12 0,-50 43 0,1 0 0,-1-1 0,-1 0 0,-1-1 0,15-20 0,-27 33 0,-1 1 0,1-1 0,-1 1 0,1-1 0,-1 1 0,0-1 0,1 1 0,-1-1 0,0 1 0,1-1 0,-1 0 0,0 1 0,0-1 0,0 0 0,1 1 0,-1-1 0,0 0 0,0 1 0,0-1 0,0 0 0,0 1 0,0-1 0,-1 0 0,1 1 0,0-1 0,0 0 0,0 1 0,-1-1 0,0 0 0,1 1 0,-1-1 0,0 1 0,0-1 0,0 1 0,0 0 0,0 0 0,1-1 0,-1 1 0,0 0 0,0 0 0,0 0 0,0 0 0,0 0 0,0 0 0,0 0 0,-1 1 0,-39 11 0,-56 44 0,88-50 0,-38 18 0,36-20 0,1 1 0,1 0 0,-1 1 0,1 0 0,-14 11 0,13-9 0,-2-1 0,1 0 0,-1 0 0,1-1 0,-2-1 0,-12 5 0,-4 2 0,-194 84 0,205-87 0,0 1 0,-21 16 0,2-2 0,11-2 0,21-15 0,20-13 0,1-4 0,-1-1 0,16-14 0,15-11 0,11-4 0,-2-3 0,71-71 0,-119 106 16,-1 0 0,0 0 0,0-1 0,-1 0 0,5-10 0,9-16-1477,-10 21-5365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06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188 261 24575,'4'-1'0,"1"0"0,0-1 0,-1 1 0,1-1 0,-1 0 0,0-1 0,0 1 0,7-5 0,10-6 0,22-7 0,101-43 0,-136 60 0,-2 1 0,0 0 0,-1 0 0,1 0 0,-1-1 0,1 0 0,-1 0 0,0 0 0,6-6 0,-11 9 0,0 0 0,0-1 0,0 1 0,1 0 0,-1 0 0,0-1 0,0 1 0,0 0 0,0 0 0,0-1 0,0 1 0,-1 0 0,1-1 0,0 1 0,0 0 0,0 0 0,0-1 0,0 1 0,0 0 0,0 0 0,0-1 0,-1 1 0,1 0 0,0 0 0,0 0 0,0-1 0,-1 1 0,1 0 0,0 0 0,0 0 0,0-1 0,-1 1 0,1 0 0,0 0 0,0 0 0,-1 0 0,1 0 0,0 0 0,0 0 0,-1 0 0,1 0 0,0 0 0,-1 0 0,1 0 0,0 0 0,0 0 0,-1 0 0,1 0 0,0 0 0,0 0 0,-1 0 0,-16-2 0,2 4 0,0 1 0,-24 7 0,0-1 0,24-5 0,0 1 0,0 1 0,1 0 0,-23 12 0,23-10 0,0 0 0,-1-2 0,0 0 0,-18 5 0,13-6 0,0 0 0,-27 13 0,38-15 0,1 2 0,-1-1 0,1 1 0,1 0 0,-1 0 0,1 1 0,-13 12 0,17-13 0,0 1 0,1-1 0,-1 0 0,1 1 0,0 0 0,0-1 0,1 1 0,-1 0 0,1 0 0,1 0 0,-1 0 0,1 8 0,0-11 0,0 0 0,1 0 0,-1-1 0,0 1 0,1 0 0,0 0 0,0 0 0,0 0 0,0-1 0,0 1 0,1 0 0,1 2 0,-2-4 0,0 0 0,0 0 0,0 0 0,0 0 0,0 0 0,0 0 0,1-1 0,-1 1 0,0 0 0,1-1 0,-1 1 0,1 0 0,-1-1 0,0 0 0,1 1 0,-1-1 0,1 0 0,-1 0 0,1 0 0,-1 0 0,1 0 0,-1 0 0,1 0 0,1-1 0,1 0 0,0 0 0,0 0 0,-1 0 0,1-1 0,-1 1 0,1-1 0,-1 0 0,0 0 0,1 0 0,-1-1 0,0 1 0,0-1 0,3-4 0,30-44 0,-6 6 0,-22 35 14,0 0-1,-1-1 0,0 0 0,-1 0 1,0-1-1,-1 1 0,0-1 1,6-25-1,-6 13-384,-1-1-1,-1 1 1,0-43 0,-4 44-6455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13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311 697 24575,'19'0'0,"17"-1"0,-1 2 0,1 1 0,61 12 0,-48-8 0,-41-6 0,1 1 0,-1 0 0,0 0 0,0 0 0,1 1 0,7 4 0,-15-6 0,-1 0 0,1 1 0,0-1 0,0 0 0,-1 1 0,1-1 0,0 1 0,-1-1 0,1 1 0,-1-1 0,1 1 0,-1 0 0,1-1 0,-1 1 0,1-1 0,-1 1 0,1 0 0,-1 0 0,0-1 0,1 1 0,-1 0 0,0 0 0,0-1 0,0 1 0,0 0 0,1 1 0,-2 0 0,1 0 0,0 0 0,-1 0 0,0 0 0,1-1 0,-1 1 0,0 0 0,0 0 0,0-1 0,0 1 0,-1 1 0,-3 3 0,1-1 0,-1 1 0,-1-1 0,1 0 0,-8 5 0,-4 1 0,9-4 0,-1 0 0,-1-1 0,0-1 0,-17 8 0,27-13 0,-1 0 0,0 0 0,1 0 0,-1 0 0,1 0 0,-1 0 0,0 0 0,1-1 0,-1 1 0,1 0 0,-1-1 0,1 1 0,-1 0 0,1-1 0,-1 1 0,1 0 0,-1-1 0,1 1 0,0-1 0,-1 1 0,1-1 0,0 1 0,-1-1 0,1 1 0,0-1 0,0 1 0,-1-1 0,1 1 0,0-1 0,0 0 0,0 1 0,0-1 0,0 1 0,0-1 0,0 0 0,0 1 0,0-2 0,-2-28 0,2 26 0,1-37 0,0 20 0,0 0 0,-2 0 0,0 0 0,-1 1 0,-1-1 0,-1 1 0,-12-36 0,12 48 0,2 1 0,-1 0 0,0 0 0,-1 0 0,0 1 0,-8-12 0,11 17 0,1 0 0,-2 0 0,1 0 0,0 0 0,0 0 0,0 1 0,0-1 0,-1 0 0,1 0 0,0 1 0,-1-1 0,1 1 0,0-1 0,-1 1 0,1 0 0,-1-1 0,1 1 0,0 0 0,-1 0 0,1 0 0,-1 0 0,1 0 0,-1 1 0,1-1 0,-1 0 0,1 0 0,0 1 0,-1-1 0,1 1 0,0 0 0,-1-1 0,1 1 0,0 0 0,0 0 0,0 0 0,-1 0 0,0 1 0,-6 5 0,-1 1 0,1 0 0,1 0 0,-1 1 0,2 0 0,-1 0 0,1 0 0,0 1 0,1 0 0,-4 12 0,-43 87 0,36-86 0,11-22 0,7-17 0,2 3 0,0 1 0,0-1 0,-2 0 0,1 0 0,1-23 0,-4 35 0,0 1 0,0 0 0,0-1 0,0 1 0,0 0 0,0-1 0,0 1 0,-1-1 0,1 1 0,0 0 0,0-1 0,0 1 0,0 0 0,0-1 0,-1 1 0,1 0 0,0-1 0,0 1 0,0 0 0,-1-1 0,1 1 0,0 0 0,-1 0 0,1-1 0,0 1 0,-1 0 0,1 0 0,0 0 0,-1-1 0,1 1 0,0 0 0,-1 0 0,1 0 0,-1 0 0,-16 4 0,-20 18 0,33-19 0,-102 73 0,106-81 0,10-11 0,3 6 0,-13 10 0,1 0 0,-1 0 0,1 0 0,-1 1 0,1-1 0,-1 0 0,0 0 0,1 0 0,-1 1 0,1-1 0,-1 0 0,1 0 0,-1 1 0,0-1 0,1 0 0,-1 1 0,1-1 0,-1 0 0,0 1 0,0-1 0,1 1 0,-1-1 0,0 1 0,0-1 0,1 1 0,-1-1 0,0 1 0,0-1 0,0 0 0,0 1 0,0-1 0,0 2 0,-3 25 0,1-18 0,9-17 0,82-121 0,-85 122 0,-7 6 0,-13 14 0,-20 23 0,-9 2 0,35-30 0,0-1 0,1 1 0,-14 16 0,-1 2 0,18-20 0,1 0 0,-1 0 0,1 0 0,1 1 0,-1-1 0,-4 10 0,-8 5 0,12-21 0,9-15 0,6-6 0,2 1 0,0 0 0,2 0 0,0 1 0,1 1 0,0 1 0,2 0 0,0 1 0,1 1 0,37-25 0,-55 40 0,1-1 0,-1 1 0,1-1 0,-1 1 0,1-1 0,-1 1 0,1-1 0,-1 1 0,1 0 0,-1-1 0,1 1 0,0 0 0,-1-1 0,1 1 0,0 0 0,-1 0 0,1 0 0,0 0 0,-1-1 0,1 1 0,0 0 0,-1 0 0,1 0 0,0 0 0,-1 1 0,1-1 0,0 0 0,-1 0 0,1 0 0,0 0 0,-1 1 0,1-1 0,-1 0 0,1 1 0,0-1 0,-1 0 0,1 1 0,-1-1 0,1 1 0,-1-1 0,1 1 0,-1-1 0,0 1 0,1-1 0,-1 1 0,0-1 0,1 1 0,-1 0 0,0-1 0,1 1 0,-1 0 0,0-1 0,0 1 0,0 0 0,0-1 0,0 1 0,0 0 0,0-1 0,0 1 0,0 0 0,0-1 0,0 1 0,0 0 0,-1 0 0,1 7 0,-1 0 0,0-1 0,0 1 0,-3 8 0,0-7 0,3-7 0,0 1 0,0-1 0,0 1 0,0-1 0,1 1 0,-1 0 0,1-1 0,-1 1 0,1 0 0,0 5 0,2-9 0,-1 1 0,1-1 0,-1 1 0,0-1 0,1 1 0,-1-1 0,1 0 0,-1 0 0,0 0 0,0 0 0,1 0 0,-1 0 0,0 0 0,2-2 0,-3 2 0,49-56 0,-38 43 0,1-1 0,23-21 0,-15 14 0,-18 19 0,0-1 0,1 1 0,0 0 0,-1 0 0,1 0 0,0 0 0,1 1 0,-1-1 0,0 1 0,7-3 0,-9 5 0,-1 0 0,1 0 0,0 0 0,0 0 0,-1 0 0,1 0 0,0 1 0,-1-1 0,1 0 0,0 1 0,-1-1 0,1 0 0,-1 1 0,1-1 0,0 1 0,-1-1 0,1 1 0,-1-1 0,1 1 0,-1-1 0,0 1 0,1-1 0,-1 1 0,1 0 0,-1-1 0,0 1 0,0 0 0,1-1 0,-1 1 0,0 0 0,0-1 0,0 1 0,0 0 0,0-1 0,0 1 0,0 1 0,3 31 0,-3-30 0,-1 82 0,1 23 0,0-106 0,0 0 0,0 0 0,0 0 0,1 0 0,-1 0 0,1 0 0,-1-1 0,1 1 0,0 0 0,0 0 0,0 0 0,0 0 0,0-1 0,0 1 0,2 2 0,-2-4 0,0 1 0,0-1 0,0 1 0,0-1 0,0 0 0,0 0 0,0 1 0,0-1 0,0 0 0,0 0 0,0 0 0,0 0 0,1 0 0,-1 0 0,0-1 0,0 1 0,0 0 0,0 0 0,0-1 0,0 1 0,0-1 0,0 1 0,-1-1 0,1 1 0,0-1 0,0 0 0,0 1 0,0-1 0,-1 0 0,2-1 0,17-16 0,0 0 0,-2-2 0,27-38 0,6-6 0,-50 63 0,0 1 0,0-1 0,0 1 0,0 0 0,1-1 0,-1 1 0,0 0 0,0-1 0,1 1 0,-1 0 0,0-1 0,0 1 0,1 0 0,-1 0 0,0-1 0,1 1 0,-1 0 0,1 0 0,-1 0 0,0-1 0,1 1 0,-1 0 0,0 0 0,1 0 0,-1 0 0,1 0 0,-1 0 0,0 0 0,1 0 0,-1 0 0,1 0 0,-1 0 0,1 0 0,-1 0 0,0 0 0,1 0 0,-1 0 0,0 1 0,1-1 0,0 0 0,4 20 0,-8 27 0,-7-4 0,5-20 0,0-1 0,-10 23 0,6-33 0,5-21 0,6-24 0,9 8 0,21-36 0,-10 20 0,-15 30 0,0 0 0,1 1 0,0 0 0,1 0 0,13-11 0,-22 21 0,1-1 0,-1 1 0,0-1 0,1 1 0,-1 0 0,1-1 0,-1 1 0,1 0 0,-1-1 0,1 1 0,-1 0 0,1 0 0,-1-1 0,1 1 0,-1 0 0,1 0 0,-1 0 0,1 0 0,0 0 0,-1 0 0,1 0 0,-1 0 0,1 0 0,0 0 0,-1 0 0,1 0 0,-1 0 0,1 0 0,-1 1 0,2-1 0,-2 1 0,1 0 0,0 0 0,0 0 0,0 0 0,0 0 0,-1 0 0,1 0 0,-1 1 0,1-1 0,-1 0 0,1 0 0,-1 1 0,1 0 0,4 50 0,-4-42 0,-1-8 0,0 1 0,0-1 0,0 0 0,1 0 0,-1 0 0,1 1 0,0-1 0,-1 0 0,1 0 0,0 0 0,0 0 0,0 0 0,1 0 0,-1 0 0,2 2 0,-2-4 0,0 1 0,0-1 0,1 1 0,-1-1 0,0 0 0,0 0 0,0 1 0,0-1 0,1 0 0,-1 0 0,0 0 0,0 0 0,0 0 0,0-1 0,1 1 0,-1 0 0,0 0 0,0-1 0,0 1 0,0-1 0,0 1 0,0-1 0,0 1 0,0-1 0,0 0 0,0 0 0,0 1 0,0-1 0,0 0 0,1-1 0,7-8 0,0-1 0,0 0 0,-1-1 0,0 1 0,-1-1 0,-1-1 0,0 0 0,0 1 0,3-16 0,2 2 0,0-11 0,-9 30 0,-1 0 0,2 0 0,-1 0 0,1 1 0,0-1 0,0 1 0,6-10 0,-9 16 0,0 0 0,1 0 0,-1 0 0,0 0 0,0 0 0,1 0 0,-1 0 0,0 0 0,0 0 0,0 0 0,1 0 0,-1 0 0,0 0 0,0 0 0,1 0 0,-1 0 0,0 0 0,0 0 0,0 0 0,1 0 0,-1 0 0,0 0 0,0 0 0,0 0 0,1 0 0,-1 1 0,0-1 0,0 0 0,0 0 0,1 0 0,-1 0 0,0 1 0,0-1 0,0 0 0,0 0 0,0 0 0,0 1 0,1-1 0,-1 0 0,0 0 0,0 0 0,0 1 0,0-1 0,0 0 0,0 0 0,0 1 0,0-1 0,0 0 0,0 0 0,0 0 0,0 1 0,0-1 0,0 0 0,0 0 0,0 1 0,0-1 0,-1 0 0,1 0 0,2 17 0,0 34 0,-2-25 0,1 0 0,6 32 0,1-1 0,-8-45 0,1 1 0,1-1 0,0 0 0,1 1 0,0-1 0,1 0 0,0-1 0,11 22 0,-15-33 0,0 1 0,1-1 0,-1 1 0,0-1 0,1 1 0,-1-1 0,0 1 0,1-1 0,-1 1 0,1-1 0,-1 0 0,1 1 0,-1-1 0,0 0 0,1 1 0,0-1 0,-1 0 0,1 0 0,-1 1 0,1-1 0,-1 0 0,1 0 0,-1 0 0,1 0 0,0 0 0,-1 0 0,1 0 0,-1 0 0,1 0 0,0 0 0,-1 0 0,2-1 0,-1 0 0,0 1 0,1-1 0,-1-1 0,0 1 0,0 0 0,1 0 0,-1 0 0,0-1 0,0 1 0,-1 0 0,3-3 0,13-40 0,-13 27 0,1-7 0,1-1 0,2 1 0,14-39 0,-12 43 0,-1-1 0,-1 0 0,-1 0 0,-1 0 0,-1-1 0,3-34 0,-7 145 0,-2 77 0,-5-139 0,1-21 0,-1-17 0,3-13 0,1-1 0,1 0 0,1 0 0,1 0 0,4-32 0,9-25 0,-7 53 0,2-48 0,-9-150 0,4 222 0,2 12 0,3 12 0,-1 5 0,24 107 0,-24-99 0,1 0 0,18 47 0,-13-44 0,12 51 0,-24-80 0,0 0 0,1 0 0,0 0 0,0 0 0,1-1 0,-1 1 0,7 7 0,-9-12 0,0 0 0,1-1 0,0 1 0,-1 0 0,1-1 0,-1 1 0,1-1 0,0 1 0,-1-1 0,1 1 0,0-1 0,0 1 0,-1-1 0,1 0 0,0 1 0,0-1 0,0 0 0,-1 0 0,1 0 0,0 0 0,0 1 0,0-1 0,1-1 0,-1 1 0,1-1 0,-1 0 0,1 1 0,-1-1 0,0 0 0,1 0 0,-1 0 0,0 0 0,0 0 0,0 0 0,0-1 0,0 1 0,0 0 0,0-1 0,0 1 0,0 0 0,0-3 0,14-25 0,20-63 0,-25 63 0,1 0 0,22-41 0,-28 60 0,0-1 0,-1 0 0,6-21 0,9-24 0,4-11 0,-21 56 0,1 0 0,0 0 0,1 1 0,0 0 0,1 0 0,0 0 0,0 0 0,8-9 0,-12 18 0,0 0 0,-1 0 0,1 0 0,0 0 0,-1 0 0,1 0 0,0 0 0,0 1 0,0-1 0,0 0 0,0 1 0,0-1 0,0 0 0,0 1 0,0-1 0,0 1 0,0 0 0,0-1 0,1 1 0,-1 0 0,0 0 0,0 0 0,0 0 0,0 0 0,1 0 0,-1 0 0,0 0 0,0 0 0,0 0 0,0 1 0,0-1 0,1 0 0,-1 1 0,0-1 0,0 1 0,0-1 0,0 1 0,0 0 0,0-1 0,0 1 0,-1 0 0,1 0 0,0-1 0,0 1 0,0 0 0,-1 0 0,1 0 0,-1 0 0,1 0 0,-1 0 0,1 0 0,-1 0 0,1 2 0,3 4 0,-1 1 0,0-1 0,-1 1 0,0 0 0,0 0 0,1 10 0,10 62 0,-8-51 0,4 52 0,-10-42 0,3 39 0,-1-72 0,0 0 0,0 1 0,0-1 0,1 0 0,0 0 0,0 0 0,1 0 0,-1 0 0,6 7 0,-8-12 0,1-1 0,-1 0 0,0 1 0,0-1 0,0 1 0,1-1 0,-1 0 0,0 1 0,1-1 0,-1 0 0,0 0 0,1 1 0,-1-1 0,1 0 0,-1 0 0,0 1 0,1-1 0,-1 0 0,1 0 0,-1 0 0,0 0 0,1 0 0,-1 0 0,1 1 0,-1-1 0,1 0 0,-1 0 0,1 0 0,-1-1 0,0 1 0,1 0 0,-1 0 0,1 0 0,-1 0 0,1 0 0,-1 0 0,1-1 0,13-16 0,3-28 0,-11-4 0,-5 42 0,-1 0 0,1-1 0,0 1 0,0 0 0,1 0 0,0-1 0,0 1 0,1 0 0,4-8 0,-3 15 0,-1 7 0,-1 9 0,-1 6-1365,-1-1-5461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03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762 309 24575,'-10'29'0,"0"-3"0,8-18 0,1 1 0,-1 0 0,2-1 0,-1 1 0,1 0 0,1 0 0,3 17 0,-3-22 0,0 0 0,1 0 0,-1 0 0,1 0 0,0-1 0,1 1 0,-1-1 0,1 1 0,-1-1 0,1 0 0,0 1 0,0-1 0,0-1 0,1 1 0,-1 0 0,1-1 0,-1 0 0,6 2 0,20 12 0,-15-8 0,1 0 0,0-1 0,0-1 0,24 7 0,-23-9 0,-12-2 0,0-1 0,-1 0 0,1 0 0,0-1 0,0 1 0,0-1 0,-1 0 0,8 0 0,-9-1 0,-1 1 0,0-1 0,1 0 0,-1 0 0,0 0 0,0 1 0,1-1 0,-1 0 0,0-1 0,0 1 0,0 0 0,0 0 0,0 0 0,-1-1 0,1 1 0,0 0 0,0-1 0,-1 1 0,1 0 0,-1-1 0,1 1 0,-1-1 0,0 1 0,0-1 0,0 1 0,1-1 0,-2-1 0,3-11 0,0 0 0,-1 0 0,-1 0 0,0 0 0,-1 0 0,-4-19 0,4 29 0,0 0 0,0 1 0,0-1 0,-1 1 0,1-1 0,-1 1 0,0-1 0,1 1 0,-2 0 0,1 0 0,0 0 0,-1 0 0,1 1 0,-1-1 0,0 0 0,0 1 0,0 0 0,0 0 0,0 0 0,0 0 0,-1 0 0,1 1 0,0-1 0,-1 1 0,0 0 0,1 0 0,-1 0 0,-4 0 0,-26-1 0,0 1 0,-58 7 0,89-6 0,0 1 0,1-1 0,-1 1 0,0 0 0,0 0 0,1 0 0,-1 0 0,1 0 0,-1 1 0,1-1 0,-1 1 0,1-1 0,0 1 0,0 0 0,0 0 0,0 0 0,0 0 0,0 0 0,0 1 0,1-1 0,-1 1 0,1-1 0,0 1 0,-1-1 0,1 1 0,1 0 0,-1-1 0,0 1 0,1 0 0,-1 0 0,1 0 0,0 0 0,0-1 0,0 4 0,0 0 0,0 1 0,1-1 0,0 0 0,0 0 0,0 0 0,1 0 0,0 0 0,0 0 0,1 0 0,-1 0 0,1-1 0,0 1 0,1-1 0,7 9 0,-5-8 0,1-1 0,1 0 0,-1 0 0,1 0 0,0-1 0,0 0 0,0 0 0,1-1 0,10 3 0,8 1 0,47 6 0,-67-13 0,-1 1 0,1-1 0,0 1 0,0-2 0,0 1 0,0-1 0,-1 0 0,10-3 0,-15 3 0,1 1 0,-1-1 0,1 0 0,-1 1 0,1-1 0,-1 0 0,1 0 0,-1 0 0,0 0 0,0 0 0,0-1 0,1 1 0,-1 0 0,0 0 0,0-1 0,-1 1 0,1-1 0,0 1 0,0-1 0,-1 1 0,1-1 0,-1 1 0,1-1 0,-1 0 0,0 1 0,0-1 0,1 1 0,-1-1 0,0 0 0,0 1 0,-1-1 0,1 0 0,0 1 0,-1-1 0,1 0 0,-1 1 0,1-1 0,-1 1 0,-1-4 0,0 1 0,0 0 0,-1-1 0,1 1 0,-1 0 0,0 0 0,0 1 0,0-1 0,0 0 0,-1 1 0,1 0 0,-1 0 0,0 0 0,0 0 0,0 1 0,0-1 0,-1 1 0,1 0 0,-1 1 0,1-1 0,-1 1 0,0 0 0,-7-2 0,-10 1 0,0 0 0,-1 2 0,-36 3 0,29-2 0,29 0 0,1-1 0,-1 0 0,0 0 0,0 0 0,0 1 0,1-1 0,-1 0 0,0 0 0,0 0 0,0 0 0,0 0 0,1-1 0,-1 1 0,0 0 0,0 0 0,1 0 0,-1-1 0,0 1 0,0-1 0,1 1 0,-1 0 0,0-1 0,0 1 0,1-1 0,-1 1 0,1-1 0,-1 0 0,1 1 0,-1-1 0,1 0 0,-1 1 0,1-1 0,-1 0 0,1 1 0,0-1 0,-1 0 0,1 0 0,0 0 0,0 1 0,0-1 0,-1 0 0,1 0 0,0 0 0,0 1 0,0-1 0,0 0 0,0 0 0,1 0 0,-1 1 0,0-1 0,0 0 0,0 0 0,1 0 0,-1 1 0,1-1 0,-1 0 0,0 0 0,1 1 0,-1-1 0,2-1 0,1-4 0,1 0 0,0 0 0,0 0 0,1 1 0,9-9 0,40-43 0,-53 56 0,-1 1 0,1-1 0,-1 1 0,1-1 0,0 1 0,-1-1 0,1 1 0,-1-1 0,1 1 0,0-1 0,0 1 0,-1 0 0,1 0 0,0-1 0,-1 1 0,1 0 0,0 0 0,0 0 0,-1 0 0,1 0 0,0 0 0,0 0 0,0 0 0,-1 0 0,1 0 0,0 0 0,0 0 0,-1 0 0,1 1 0,0-1 0,0 1 0,1 0 0,0 1 0,-1-1 0,1 1 0,-1-1 0,1 1 0,-1 0 0,0 0 0,0-1 0,0 1 0,0 0 0,1 3 0,1 5 0,0-1 0,0 1 0,2 19 0,-4-13 0,-1-5 0,0-1 0,1 0 0,4 17 0,-5-26 0,1 1 0,-1-1 0,0 0 0,0 0 0,1 0 0,-1 1 0,1-1 0,-1 0 0,1 0 0,0 0 0,-1 0 0,1 0 0,0 0 0,0 0 0,-1 0 0,1 0 0,0-1 0,0 1 0,0 0 0,0 0 0,0-1 0,0 1 0,0-1 0,1 1 0,-1-1 0,0 1 0,0-1 0,0 0 0,0 1 0,1-1 0,-1 0 0,0 0 0,0 0 0,1 0 0,-1 0 0,0 0 0,2-1 0,1 0 0,-1-1 0,-1 1 0,1-1 0,0 0 0,0 0 0,-1 0 0,1 0 0,-1 0 0,1-1 0,-1 1 0,0-1 0,0 0 0,0 1 0,-1-1 0,1 0 0,0 0 0,-1 0 0,1-4 0,18-57 0,-26 83 0,2-6 0,0 0 0,0 0 0,1 1 0,-1 22 0,4-36 0,0 1 0,0-1 0,0 0 0,0 0 0,0 0 0,0 0 0,0 0 0,0 1 0,0-1 0,0 0 0,0 0 0,0 0 0,0 0 0,0 0 0,0 1 0,0-1 0,0 0 0,0 0 0,0 0 0,0 0 0,0 0 0,0 1 0,0-1 0,0 0 0,1 0 0,-1 0 0,0 0 0,0 0 0,0 0 0,0 0 0,0 0 0,0 1 0,0-1 0,1 0 0,-1 0 0,0 0 0,0 0 0,0 0 0,0 0 0,0 0 0,1 0 0,-1 0 0,0 0 0,0 0 0,0 0 0,0 0 0,1 0 0,-1 0 0,0 0 0,9-7 0,6-13 0,-8 5 0,-1-1 0,0 0 0,-1 0 0,3-20 0,-5 25 0,-3 10 0,1 1 0,-1-1 0,0 0 0,1 0 0,-1 0 0,0 0 0,0 1 0,0-1 0,0 0 0,0 0 0,0 0 0,0 0 0,0 0 0,0 0 0,0 1 0,0-1 0,0 0 0,0 0 0,-1 0 0,1 0 0,0 1 0,-1-1 0,1 0 0,-1 0 0,1 1 0,-1-1 0,1 0 0,-1 1 0,1-1 0,-2 0 0,1 0 0,-1 1 0,1 0 0,-1 0 0,1 0 0,-1 0 0,1 0 0,-1 1 0,1-1 0,-1 0 0,1 1 0,0-1 0,-1 1 0,1-1 0,-1 1 0,-1 1 0,-8 4 0,1 0 0,0 1 0,-11 10 0,-68 62 0,82-73 0,1 1 0,-1-1 0,0 0 0,-1 0 0,0 0 0,0-1 0,0 0 0,-15 6 0,21-11 0,1 0 0,0 0 0,0-1 0,0 1 0,0 0 0,0 0 0,0-1 0,0 1 0,0-1 0,0 1 0,0-1 0,0 0 0,1 1 0,-1-1 0,0 0 0,0 1 0,0-1 0,1 0 0,-1 0 0,0 0 0,1 0 0,-1 0 0,1 1 0,-1-1 0,1 0 0,0 0 0,-1 0 0,1 0 0,0-1 0,0 1 0,-1 0 0,1 0 0,0 0 0,0-2 0,-2-45 0,2 43 0,2-41 0,0 21 0,-2 24 0,-2 10 0,-1 13 0,-2 0 0,0 0 0,-1 0 0,-2-1 0,-12 27 0,37-82 0,67-115 0,-73 123 0,-13 17 0,-11 14 0,-12 18 0,21-19 0,0 0 0,0 0 0,0-1 0,-1 1 0,1-1 0,-1 0 0,1 0 0,-9 3 0,11-6 0,1 0 0,-1 0 0,1 0 0,-1 0 0,1 0 0,-1-1 0,1 1 0,-1 0 0,1-1 0,0 0 0,-1 1 0,1-1 0,0 0 0,-1 1 0,1-1 0,0 0 0,0 0 0,0 0 0,0 0 0,0 0 0,0 0 0,0-1 0,0 1 0,0 0 0,1 0 0,-1-1 0,-1-1 0,-18-44 0,17 38 0,-8-31 0,10 33 0,0 1 0,-1 0 0,1-1 0,-1 1 0,0 0 0,-1 0 0,0 0 0,0 1 0,0-1 0,-6-7 0,8 12 0,1 0 0,-1 1 0,1-1 0,-1 1 0,0-1 0,1 1 0,-1-1 0,0 1 0,1 0 0,-1-1 0,0 1 0,0 0 0,1-1 0,-1 1 0,0 0 0,0 0 0,0 0 0,0 0 0,1 0 0,-1 0 0,0 0 0,0 0 0,0 0 0,1 0 0,-1 0 0,0 1 0,-1-1 0,1 1 0,-1 0 0,0 0 0,1 1 0,-1-1 0,1 0 0,-1 1 0,1-1 0,0 1 0,0-1 0,-3 4 0,1 2 0,-1 0 0,1 0 0,0 1 0,-3 10 0,0 2 0,5-29 0,-5-21 0,6 29 0,-1 1 0,1-1 0,0 1 0,0-1 0,-1 1 0,1-1 0,0 1 0,-1-1 0,1 1 0,0 0 0,-1-1 0,1 1 0,-1-1 0,1 1 0,-1 0 0,1-1 0,-1 1 0,1 0 0,-1 0 0,1 0 0,-1-1 0,1 1 0,-1 0 0,1 0 0,-1 0 0,0 0 0,1 0 0,-1 0 0,1 0 0,-1 0 0,1 0 0,-1 0 0,0 0 0,1 0 0,-1 0 0,1 1 0,-1-1 0,1 0 0,-1 0 0,1 0 0,-1 1 0,1-1 0,-1 0 0,1 1 0,-1-1 0,0 1 0,-2 4 0,-1-1 0,1 1 0,1 0 0,-1 0 0,0 0 0,1 0 0,0 0 0,1 1 0,-1-1 0,1 1 0,-1 8 0,-4 7 0,1 13 0,4-28 0,1-1 0,0 0 0,-1 0 0,0 0 0,0 0 0,-1 0 0,1 0 0,-1 0 0,0-1 0,-1 1 0,-3 6 0,5-11 0,1 0 0,0 0 0,-1 0 0,1 0 0,0 1 0,-1-1 0,1 0 0,0 0 0,0-1 0,-1 1 0,1 0 0,0 0 0,-1 0 0,1 0 0,0 0 0,-1 0 0,1 0 0,0 0 0,-1-1 0,1 1 0,0 0 0,0 0 0,-1 0 0,1-1 0,0 1 0,0 0 0,-1 0 0,1-1 0,0 1 0,0 0 0,0 0 0,0-1 0,-1 1 0,1 0 0,0-1 0,0 1 0,0 0 0,0-1 0,0 1 0,0 0 0,0 0 0,0-1 0,0 1 0,0 0 0,0-1 0,0 1 0,0-1 0,-3-17 0,2 2 0,1 0 0,1 0 0,0 1 0,2-1 0,4-20 0,6-41 0,-12 64 0,0-1 0,1 1 0,1-1 0,0 1 0,8-20 0,-4 76 0,-7-20 0,-1 0 0,-1-1 0,-1 1 0,-1 0 0,-1-1 0,-12 35 0,12-39 0,0 0 0,-2 30 0,1-10 0,12-54 0,1-1 0,0 2 0,2-1 0,0 1 0,0 0 0,13-15 0,-6 8 0,-9 13 0,-6 7 0,0-1 0,1 1 0,0 0 0,-1 0 0,1-1 0,0 1 0,0 1 0,0-1 0,0 0 0,3-1 0,-4 2 0,-1 1 0,1 0 0,-1 0 0,1 0 0,-1 0 0,1 0 0,-1 0 0,0 0 0,1 0 0,-1 0 0,1 0 0,-1 0 0,1 1 0,-1-1 0,1 0 0,-1 0 0,1 0 0,-1 1 0,0-1 0,1 0 0,-1 0 0,1 1 0,-1 0 0,13 18 0,-9-9 0,0 0 0,-1 0 0,-1 1 0,0 0 0,0-1 0,0 23 0,-2-21 0,1-1 0,1 1 0,-1 0 0,2-1 0,5 17 0,-7-26 0,-1 0 0,1 0 0,0-1 0,0 1 0,0-1 0,0 1 0,0-1 0,0 1 0,0-1 0,1 1 0,-1-1 0,3 2 0,-3-3 0,-1 1 0,1-1 0,0 0 0,0 1 0,-1-1 0,1 0 0,0 0 0,0 0 0,-1 0 0,1 1 0,0-1 0,0 0 0,0-1 0,-1 1 0,1 0 0,0 0 0,0 0 0,-1 0 0,1-1 0,1 0 0,1 0 0,-1-1 0,1 0 0,-1 0 0,0 0 0,0 0 0,0 0 0,0 0 0,0-1 0,0 1 0,-1-1 0,1 1 0,-1-1 0,2-4 0,20-41 0,-16 34 0,0-1 0,-1 1 0,0-1 0,3-16 0,1-5 0,1 0 0,18-37 0,-10 25 0,-18 47 0,0 0 0,-1 0 0,1 0 0,-1 0 0,0 0 0,1-1 0,-1 1 0,0 0 0,0 0 0,0 0 0,0 0 0,0-1 0,0 1 0,0 0 0,0 0 0,0-1 0,-1 1 0,1 1 0,0 0 0,-1 0 0,1 0 0,0 0 0,-1 0 0,1-1 0,-1 1 0,1 0 0,0 0 0,-1 0 0,1 0 0,-1 0 0,1 0 0,0 0 0,-1 0 0,1 1 0,0-1 0,-1 0 0,1 0 0,-1 0 0,1 0 0,0 0 0,-1 1 0,1-1 0,0 0 0,-1 0 0,1 0 0,-1 1 0,-29 24 0,-35 47 0,33-34 0,-73 64 0,55-53 0,38-35 0,-1-1 0,-19 15 0,32-28 0,0 0 0,0 1 0,-1-1 0,1 0 0,-1 0 0,1 0 0,0 1 0,-1-1 0,1 0 0,0 0 0,-1 0 0,1 0 0,-1 0 0,1 0 0,-1 0 0,1 0 0,0 0 0,-1 0 0,1 0 0,-1 0 0,1 0 0,0 0 0,-1 0 0,1-1 0,0 1 0,-1 0 0,1 0 0,-1 0 0,1 0 0,0-1 0,-1 1 0,1 0 0,0 0 0,0-1 0,-1 1 0,1 0 0,0-1 0,0 1 0,-1 0 0,1-1 0,0 1 0,0 0 0,0-1 0,-1 1 0,1-1 0,0 1 0,0 0 0,0-1 0,0 1 0,0-1 0,0 1 0,0 0 0,0-1 0,0 1 0,0-1 0,-2-28 0,2 26 0,0-44 0,5-178 0,-5 220 0,0 1 0,1-1 0,0 0 0,0 1 0,0-1 0,1 1 0,-1-1 0,1 1 0,4-8 0,-6 12 0,0 0 0,1 0 0,-1 0 0,0 0 0,0 0 0,1-1 0,-1 1 0,0 0 0,0 0 0,1 0 0,-1 0 0,0 1 0,0-1 0,1 0 0,-1 0 0,0 0 0,0 0 0,0 0 0,1 0 0,-1 0 0,0 0 0,0 0 0,0 1 0,1-1 0,-1 0 0,0 0 0,0 0 0,0 0 0,1 1 0,-1-1 0,0 0 0,0 0 0,0 0 0,0 1 0,0-1 0,0 0 0,0 0 0,1 1 0,-1-1 0,0 0 0,0 0 0,0 0 0,0 1 0,0-1 0,0 0 0,0 0 0,0 1 0,0-1 0,0 0 0,0 0 0,0 1 0,-1-1 0,1 0 0,0 1 0,3 16 0,-1 179 0,-4-107 0,2-89 0,0-1 0,0 1 0,0 0 0,0 0 0,1 0 0,-1 0 0,0 0 0,0 0 0,0 0 0,0 0 0,0 0 0,0 0 0,0 0 0,0 0 0,0 0 0,0 0 0,0 0 0,1 0 0,-1 0 0,0 0 0,0 0 0,0 0 0,0 0 0,0 0 0,0 0 0,0 0 0,0 0 0,0 0 0,0 0 0,0 0 0,1 0 0,-1 0 0,0 0 0,0 0 0,0 0 0,0 0 0,0 0 0,0 0 0,0 0 0,0 0 0,0 1 0,0-1 0,0 0 0,0 0 0,0 0 0,0 0 0,0 0 0,0 0 0,1 0 0,-1 0 0,0 0 0,0 0 0,0 0 0,0 0 0,0 1 0,0-1 0,7-13 0,7-16 0,41-135 0,-43 123 0,-11 37 0,1-1 0,-1-1 0,1 0 0,0 0 0,1 1 0,-1-1 0,1 1 0,0 0 0,1 0 0,4-6 0,-8 11 0,0 0 0,0 0 0,1 0 0,-1 0 0,0 0 0,1 0 0,-1 0 0,0 0 0,0 0 0,1 0 0,-1 0 0,0 0 0,1 0 0,-1 0 0,0 0 0,0 0 0,1 0 0,-1 0 0,0 1 0,0-1 0,1 0 0,-1 0 0,0 0 0,0 0 0,0 1 0,1-1 0,-1 0 0,0 0 0,0 0 0,0 1 0,1-1 0,-1 0 0,0 0 0,0 1 0,0-1 0,0 0 0,0 1 0,0-1 0,0 0 0,0 0 0,0 1 0,0-1 0,0 0 0,0 0 0,0 1 0,0-1 0,0 0 0,0 1 0,0-1 0,2 18 0,-2-18 0,1 187 0,-1-185 0,0 1 0,0 0 0,1-1 0,0 1 0,-1-1 0,1 1 0,0-1 0,0 1 0,0-1 0,2 3 0,-2-4 0,-1 0 0,1 0 0,-1-1 0,1 1 0,0 0 0,-1-1 0,1 1 0,0-1 0,0 1 0,0-1 0,-1 1 0,1-1 0,0 1 0,0-1 0,0 0 0,0 1 0,0-1 0,0 0 0,2 0 0,-1 0 0,0-1 0,-1 1 0,1-1 0,0 1 0,0-1 0,0 0 0,0 0 0,-1 0 0,1 0 0,0 0 0,-1-1 0,1 1 0,-1 0 0,1-1 0,-1 1 0,0-1 0,1 1 0,-1-1 0,0 0 0,0 0 0,0 1 0,0-1 0,-1 0 0,2-3 0,48-153 0,-48 153 0,0 0 0,-1 0 0,1 0 0,-1 0 0,0 0 0,-1 0 0,1 0 0,-2-10 0,1 14 0,0 0 0,0 0 0,0-1 0,0 1 0,0 0 0,-1 0 0,1 0 0,-1-1 0,1 1 0,-1 0 0,1 0 0,-1 0 0,0 0 0,1 0 0,-1 0 0,0 0 0,0 0 0,0 0 0,0 1 0,0-1 0,0 0 0,0 0 0,0 1 0,0-1 0,0 1 0,0-1 0,0 1 0,0-1 0,-1 1 0,1 0 0,0-1 0,0 1 0,0 0 0,-1 0 0,1 0 0,0 0 0,0 0 0,-1 0 0,1 0 0,0 1 0,0-1 0,-2 1 0,-2 0 0,1 0 0,0 1 0,0-1 0,0 1 0,0 0 0,0 1 0,0-1 0,0 1 0,1-1 0,-1 1 0,-4 5 0,-33 42 0,33-38 0,-1-1 0,-15 16 0,3-7 0,0 1 0,2 0 0,1 2 0,-24 38 0,42-61 0,0 1 0,-1-1 0,1 1 0,0-1 0,0 1 0,-1-1 0,1 1 0,0-1 0,-1 1 0,1-1 0,0 1 0,-1-1 0,1 0 0,-1 1 0,1-1 0,0 0 0,-1 1 0,1-1 0,-1 0 0,1 0 0,-1 0 0,1 1 0,-1-1 0,1 0 0,-1 0 0,-1 0 0,-3-11 0,5-24 0,2 21 0,1 1 0,1-1 0,1 0 0,0 1 0,11-23 0,0 1 0,-4 12 0,0 1 0,1 1 0,1 0 0,0 1 0,30-31 0,-42 47 0,-7 5 0,-20 12 0,-31 24 0,-14 17 0,-80 47 0,149-101 0,0 1 0,-1-1 0,1 1 0,0 0 0,0-1 0,0 1 0,0 0 0,0 0 0,0-1 0,0 1 0,0 0 0,0 0 0,0 0 0,1 0 0,-1 0 0,0 0 0,1 1 0,-1-1 0,1 0 0,-1 0 0,0 2 0,2-2 0,-1-1 0,1 1 0,-1 0 0,0 0 0,1-1 0,0 1 0,-1-1 0,1 1 0,-1 0 0,1-1 0,0 1 0,0-1 0,-1 1 0,1-1 0,0 0 0,0 1 0,-1-1 0,1 0 0,0 1 0,0-1 0,0 0 0,1 0 0,11 2 0,-1 0 0,24 0 0,-20-3 0,0-1 0,0-1 0,-1 0 0,1 0 0,28-12 0,-26 8 0,1 1 0,0 1 0,24-3 0,-26 5 0,1 0 0,-1-1 0,0-1 0,-1 0 0,1-1 0,-1-1 0,-1-1 0,25-15 0,-39 23 0,-1 0 0,1 0 0,-1 0 0,1-1 0,-1 1 0,1 0 0,-1-1 0,1 1 0,-1 0 0,0-1 0,1 1 0,-1 0 0,1-1 0,-1 1 0,0-1 0,1 1 0,-1-1 0,0 1 0,0-1 0,1 1 0,-1-1 0,0 1 0,0-1 0,0 1 0,0-1 0,0-1 0,-11-3 0,-24 3 0,15 6 0,1 0 0,0 2 0,1 0 0,-1 1 0,-22 12 0,13-7 0,-5 4 0,1 1 0,1 2 0,0 1 0,-49 42 0,48-38 0,-23 20 0,52-41 0,-1 1 0,1-1 0,0 1 0,0-1 0,1 1 0,-1 0 0,1 0 0,-1 1 0,1-1 0,1 0 0,-3 7 0,4-11 0,0 1 0,-1-1 0,1 1 0,0-1 0,0 1 0,0-1 0,0 0 0,0 1 0,0-1 0,0 1 0,0-1 0,0 1 0,0-1 0,0 1 0,0-1 0,0 0 0,0 1 0,0-1 0,0 1 0,1-1 0,-1 1 0,0-1 0,0 0 0,0 1 0,1-1 0,-1 0 0,0 1 0,1-1 0,-1 0 0,0 1 0,1-1 0,-1 0 0,0 1 0,1-1 0,-1 0 0,1 0 0,18-2 0,17-18 0,-20 9 0,2 0 0,-1 2 0,28-12 0,-29 15 0,-1 0 0,0-2 0,-1 0 0,0 0 0,0-2 0,14-12 0,49-47 0,25-25 0,-101 94 0,-1-1 0,1 1 0,-1 0 0,0 0 0,1 0 0,-1-1 0,0 1 0,1 0 0,-1 0 0,1-1 0,-1 1 0,0 0 0,0-1 0,1 1 0,-1 0 0,0-1 0,0 1 0,1-1 0,-1 1 0,0 0 0,0-1 0,0 1 0,0-1 0,1 1 0,-1-1 0,0 1 0,0-1 0,0 1 0,0-1 0,0 1 0,0 0 0,0-1 0,0 1 0,-1-1 0,1 1 0,0-1 0,0 1 0,0 0 0,0-1 0,-1 1 0,1-1 0,0 1 0,0 0 0,-1-1 0,1 1 0,0 0 0,-1-1 0,1 1 0,0 0 0,-1-1 0,1 1 0,0 0 0,-1 0 0,1-1 0,-1 1 0,1 0 0,0 0 0,-1 0 0,1 0 0,-1 0 0,1-1 0,-1 1 0,1 0 0,-1 0 0,0 0 0,-2 0 0,0 0 0,0 0 0,0 0 0,0 0 0,-1 0 0,1 1 0,0-1 0,-5 2 0,-52 27 0,-72 44 0,128-71 0,-10 7 0,1 1 0,1 0 0,-1 1 0,-10 13 0,11-12 0,-1 0 0,0 0 0,-16 11 0,21-18 0,0 1 0,0 0 0,1 1 0,0 0 0,1 0 0,-1 1 0,1-1 0,1 1 0,-1 1 0,-6 15 0,12-24 0,0 0 0,0 0 0,0 0 0,0 0 0,-1 0 0,1 0 0,0 0 0,0 0 0,0 0 0,0 1 0,0-1 0,0 0 0,0 0 0,0 0 0,0 0 0,1 0 0,-1 0 0,0 0 0,0 0 0,0 0 0,0 1 0,0-1 0,0 0 0,0 0 0,0 0 0,0 0 0,0 0 0,0 0 0,0 0 0,0 0 0,0 0 0,0 0 0,0 0 0,0 0 0,1 0 0,-1 0 0,0 1 0,0-1 0,0 0 0,0 0 0,0 0 0,0 0 0,0 0 0,0 0 0,0 0 0,1 0 0,-1 0 0,0 0 0,0 0 0,0 0 0,0 0 0,0 0 0,0 0 0,0 0 0,0 0 0,0 0 0,1-1 0,-1 1 0,0 0 0,0 0 0,0 0 0,0 0 0,11-5 0,9-11 0,61-42 0,-51 39 0,33-29 0,-42 31 0,38-23 0,-39 27 0,-1 0 0,35-30 0,11-12 0,-50 43 0,1 0 0,-1-1 0,-1 0 0,-1-1 0,15-20 0,-27 33 0,-1 1 0,1-1 0,-1 1 0,1-1 0,-1 1 0,0-1 0,1 1 0,-1-1 0,0 1 0,1-1 0,-1 0 0,0 1 0,0-1 0,0 0 0,1 1 0,-1-1 0,0 0 0,0 1 0,0-1 0,0 0 0,0 1 0,0-1 0,-1 0 0,1 1 0,0-1 0,0 0 0,0 1 0,-1-1 0,0 0 0,1 1 0,-1-1 0,0 1 0,0-1 0,0 1 0,0 0 0,0 0 0,1-1 0,-1 1 0,0 0 0,0 0 0,0 0 0,0 0 0,0 0 0,0 0 0,0 0 0,-1 1 0,-39 11 0,-56 44 0,88-50 0,-38 18 0,36-20 0,1 1 0,1 0 0,-1 1 0,1 0 0,-14 11 0,13-9 0,-2-1 0,1 0 0,-1 0 0,1-1 0,-2-1 0,-12 5 0,-4 2 0,-194 84 0,205-87 0,0 1 0,-21 16 0,2-2 0,11-2 0,21-15 0,20-13 0,1-4 0,-1-1 0,16-14 0,15-11 0,11-4 0,-2-3 0,71-71 0,-119 106 16,-1 0 0,0 0 0,0-1 0,-1 0 0,5-10 0,9-16-1477,-10 21-5365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06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188 261 24575,'4'-1'0,"1"0"0,0-1 0,-1 1 0,1-1 0,-1 0 0,0-1 0,0 1 0,7-5 0,10-6 0,22-7 0,101-43 0,-136 60 0,-2 1 0,0 0 0,-1 0 0,1 0 0,-1-1 0,1 0 0,-1 0 0,0 0 0,6-6 0,-11 9 0,0 0 0,0-1 0,0 1 0,1 0 0,-1 0 0,0-1 0,0 1 0,0 0 0,0 0 0,0-1 0,0 1 0,-1 0 0,1-1 0,0 1 0,0 0 0,0 0 0,0-1 0,0 1 0,0 0 0,0 0 0,0-1 0,-1 1 0,1 0 0,0 0 0,0 0 0,0-1 0,-1 1 0,1 0 0,0 0 0,0 0 0,0-1 0,-1 1 0,1 0 0,0 0 0,0 0 0,-1 0 0,1 0 0,0 0 0,0 0 0,-1 0 0,1 0 0,0 0 0,-1 0 0,1 0 0,0 0 0,0 0 0,-1 0 0,1 0 0,0 0 0,0 0 0,-1 0 0,-16-2 0,2 4 0,0 1 0,-24 7 0,0-1 0,24-5 0,0 1 0,0 1 0,1 0 0,-23 12 0,23-10 0,0 0 0,-1-2 0,0 0 0,-18 5 0,13-6 0,0 0 0,-27 13 0,38-15 0,1 2 0,-1-1 0,1 1 0,1 0 0,-1 0 0,1 1 0,-13 12 0,17-13 0,0 1 0,1-1 0,-1 0 0,1 1 0,0 0 0,0-1 0,1 1 0,-1 0 0,1 0 0,1 0 0,-1 0 0,1 8 0,0-11 0,0 0 0,1 0 0,-1-1 0,0 1 0,1 0 0,0 0 0,0 0 0,0 0 0,0-1 0,0 1 0,1 0 0,1 2 0,-2-4 0,0 0 0,0 0 0,0 0 0,0 0 0,0 0 0,0 0 0,1-1 0,-1 1 0,0 0 0,1-1 0,-1 1 0,1 0 0,-1-1 0,0 0 0,1 1 0,-1-1 0,1 0 0,-1 0 0,1 0 0,-1 0 0,1 0 0,-1 0 0,1 0 0,1-1 0,1 0 0,0 0 0,0 0 0,-1 0 0,1-1 0,-1 1 0,1-1 0,-1 0 0,0 0 0,1 0 0,-1-1 0,0 1 0,0-1 0,3-4 0,30-44 0,-6 6 0,-22 35 14,0 0-1,-1-1 0,0 0 0,-1 0 1,0-1-1,-1 1 0,0-1 1,6-25-1,-6 13-384,-1-1-1,-1 1 1,0-43 0,-4 44-6455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03:39:13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311 697 24575,'19'0'0,"17"-1"0,-1 2 0,1 1 0,61 12 0,-48-8 0,-41-6 0,1 1 0,-1 0 0,0 0 0,0 0 0,1 1 0,7 4 0,-15-6 0,-1 0 0,1 1 0,0-1 0,0 0 0,-1 1 0,1-1 0,0 1 0,-1-1 0,1 1 0,-1-1 0,1 1 0,-1 0 0,1-1 0,-1 1 0,1-1 0,-1 1 0,1 0 0,-1 0 0,0-1 0,1 1 0,-1 0 0,0 0 0,0-1 0,0 1 0,0 0 0,1 1 0,-2 0 0,1 0 0,0 0 0,-1 0 0,0 0 0,1-1 0,-1 1 0,0 0 0,0 0 0,0-1 0,0 1 0,-1 1 0,-3 3 0,1-1 0,-1 1 0,-1-1 0,1 0 0,-8 5 0,-4 1 0,9-4 0,-1 0 0,-1-1 0,0-1 0,-17 8 0,27-13 0,-1 0 0,0 0 0,1 0 0,-1 0 0,1 0 0,-1 0 0,0 0 0,1-1 0,-1 1 0,1 0 0,-1-1 0,1 1 0,-1 0 0,1-1 0,-1 1 0,1 0 0,-1-1 0,1 1 0,0-1 0,-1 1 0,1-1 0,0 1 0,-1-1 0,1 1 0,0-1 0,0 1 0,-1-1 0,1 1 0,0-1 0,0 0 0,0 1 0,0-1 0,0 1 0,0-1 0,0 0 0,0 1 0,0-2 0,-2-28 0,2 26 0,1-37 0,0 20 0,0 0 0,-2 0 0,0 0 0,-1 1 0,-1-1 0,-1 1 0,-12-36 0,12 48 0,2 1 0,-1 0 0,0 0 0,-1 0 0,0 1 0,-8-12 0,11 17 0,1 0 0,-2 0 0,1 0 0,0 0 0,0 0 0,0 1 0,0-1 0,-1 0 0,1 0 0,0 1 0,-1-1 0,1 1 0,0-1 0,-1 1 0,1 0 0,-1-1 0,1 1 0,0 0 0,-1 0 0,1 0 0,-1 0 0,1 0 0,-1 1 0,1-1 0,-1 0 0,1 0 0,0 1 0,-1-1 0,1 1 0,0 0 0,-1-1 0,1 1 0,0 0 0,0 0 0,0 0 0,-1 0 0,0 1 0,-6 5 0,-1 1 0,1 0 0,1 0 0,-1 1 0,2 0 0,-1 0 0,1 0 0,0 1 0,1 0 0,-4 12 0,-43 87 0,36-86 0,11-22 0,7-17 0,2 3 0,0 1 0,0-1 0,-2 0 0,1 0 0,1-23 0,-4 35 0,0 1 0,0 0 0,0-1 0,0 1 0,0 0 0,0-1 0,0 1 0,-1-1 0,1 1 0,0 0 0,0-1 0,0 1 0,0 0 0,0-1 0,-1 1 0,1 0 0,0-1 0,0 1 0,0 0 0,-1-1 0,1 1 0,0 0 0,-1 0 0,1-1 0,0 1 0,-1 0 0,1 0 0,0 0 0,-1-1 0,1 1 0,0 0 0,-1 0 0,1 0 0,-1 0 0,-16 4 0,-20 18 0,33-19 0,-102 73 0,106-81 0,10-11 0,3 6 0,-13 10 0,1 0 0,-1 0 0,1 0 0,-1 1 0,1-1 0,-1 0 0,0 0 0,1 0 0,-1 1 0,1-1 0,-1 0 0,1 0 0,-1 1 0,0-1 0,1 0 0,-1 1 0,1-1 0,-1 0 0,0 1 0,0-1 0,1 1 0,-1-1 0,0 1 0,0-1 0,1 1 0,-1-1 0,0 1 0,0-1 0,0 0 0,0 1 0,0-1 0,0 2 0,-3 25 0,1-18 0,9-17 0,82-121 0,-85 122 0,-7 6 0,-13 14 0,-20 23 0,-9 2 0,35-30 0,0-1 0,1 1 0,-14 16 0,-1 2 0,18-20 0,1 0 0,-1 0 0,1 0 0,1 1 0,-1-1 0,-4 10 0,-8 5 0,12-21 0,9-15 0,6-6 0,2 1 0,0 0 0,2 0 0,0 1 0,1 1 0,0 1 0,2 0 0,0 1 0,1 1 0,37-25 0,-55 40 0,1-1 0,-1 1 0,1-1 0,-1 1 0,1-1 0,-1 1 0,1-1 0,-1 1 0,1 0 0,-1-1 0,1 1 0,0 0 0,-1-1 0,1 1 0,0 0 0,-1 0 0,1 0 0,0 0 0,-1-1 0,1 1 0,0 0 0,-1 0 0,1 0 0,0 0 0,-1 1 0,1-1 0,0 0 0,-1 0 0,1 0 0,0 0 0,-1 1 0,1-1 0,-1 0 0,1 1 0,0-1 0,-1 0 0,1 1 0,-1-1 0,1 1 0,-1-1 0,1 1 0,-1-1 0,0 1 0,1-1 0,-1 1 0,0-1 0,1 1 0,-1 0 0,0-1 0,1 1 0,-1 0 0,0-1 0,0 1 0,0 0 0,0-1 0,0 1 0,0 0 0,0-1 0,0 1 0,0 0 0,0-1 0,0 1 0,0 0 0,-1 0 0,1 7 0,-1 0 0,0-1 0,0 1 0,-3 8 0,0-7 0,3-7 0,0 1 0,0-1 0,0 1 0,0-1 0,1 1 0,-1 0 0,1-1 0,-1 1 0,1 0 0,0 5 0,2-9 0,-1 1 0,1-1 0,-1 1 0,0-1 0,1 1 0,-1-1 0,1 0 0,-1 0 0,0 0 0,0 0 0,1 0 0,-1 0 0,0 0 0,2-2 0,-3 2 0,49-56 0,-38 43 0,1-1 0,23-21 0,-15 14 0,-18 19 0,0-1 0,1 1 0,0 0 0,-1 0 0,1 0 0,0 0 0,1 1 0,-1-1 0,0 1 0,7-3 0,-9 5 0,-1 0 0,1 0 0,0 0 0,0 0 0,-1 0 0,1 0 0,0 1 0,-1-1 0,1 0 0,0 1 0,-1-1 0,1 0 0,-1 1 0,1-1 0,0 1 0,-1-1 0,1 1 0,-1-1 0,1 1 0,-1-1 0,0 1 0,1-1 0,-1 1 0,1 0 0,-1-1 0,0 1 0,0 0 0,1-1 0,-1 1 0,0 0 0,0-1 0,0 1 0,0 0 0,0-1 0,0 1 0,0 1 0,3 31 0,-3-30 0,-1 82 0,1 23 0,0-106 0,0 0 0,0 0 0,0 0 0,1 0 0,-1 0 0,1 0 0,-1-1 0,1 1 0,0 0 0,0 0 0,0 0 0,0 0 0,0-1 0,0 1 0,2 2 0,-2-4 0,0 1 0,0-1 0,0 1 0,0-1 0,0 0 0,0 0 0,0 1 0,0-1 0,0 0 0,0 0 0,0 0 0,0 0 0,1 0 0,-1 0 0,0-1 0,0 1 0,0 0 0,0 0 0,0-1 0,0 1 0,0-1 0,0 1 0,-1-1 0,1 1 0,0-1 0,0 0 0,0 1 0,0-1 0,-1 0 0,2-1 0,17-16 0,0 0 0,-2-2 0,27-38 0,6-6 0,-50 63 0,0 1 0,0-1 0,0 1 0,0 0 0,1-1 0,-1 1 0,0 0 0,0-1 0,1 1 0,-1 0 0,0-1 0,0 1 0,1 0 0,-1 0 0,0-1 0,1 1 0,-1 0 0,1 0 0,-1 0 0,0-1 0,1 1 0,-1 0 0,0 0 0,1 0 0,-1 0 0,1 0 0,-1 0 0,0 0 0,1 0 0,-1 0 0,1 0 0,-1 0 0,1 0 0,-1 0 0,0 0 0,1 0 0,-1 0 0,0 1 0,1-1 0,0 0 0,4 20 0,-8 27 0,-7-4 0,5-20 0,0-1 0,-10 23 0,6-33 0,5-21 0,6-24 0,9 8 0,21-36 0,-10 20 0,-15 30 0,0 0 0,1 1 0,0 0 0,1 0 0,13-11 0,-22 21 0,1-1 0,-1 1 0,0-1 0,1 1 0,-1 0 0,1-1 0,-1 1 0,1 0 0,-1-1 0,1 1 0,-1 0 0,1 0 0,-1-1 0,1 1 0,-1 0 0,1 0 0,-1 0 0,1 0 0,0 0 0,-1 0 0,1 0 0,-1 0 0,1 0 0,0 0 0,-1 0 0,1 0 0,-1 0 0,1 0 0,-1 1 0,2-1 0,-2 1 0,1 0 0,0 0 0,0 0 0,0 0 0,0 0 0,-1 0 0,1 0 0,-1 1 0,1-1 0,-1 0 0,1 0 0,-1 1 0,1 0 0,4 50 0,-4-42 0,-1-8 0,0 1 0,0-1 0,0 0 0,1 0 0,-1 0 0,1 1 0,0-1 0,-1 0 0,1 0 0,0 0 0,0 0 0,0 0 0,1 0 0,-1 0 0,2 2 0,-2-4 0,0 1 0,0-1 0,1 1 0,-1-1 0,0 0 0,0 0 0,0 1 0,0-1 0,1 0 0,-1 0 0,0 0 0,0 0 0,0 0 0,0-1 0,1 1 0,-1 0 0,0 0 0,0-1 0,0 1 0,0-1 0,0 1 0,0-1 0,0 1 0,0-1 0,0 0 0,0 0 0,0 1 0,0-1 0,0 0 0,1-1 0,7-8 0,0-1 0,0 0 0,-1-1 0,0 1 0,-1-1 0,-1-1 0,0 0 0,0 1 0,3-16 0,2 2 0,0-11 0,-9 30 0,-1 0 0,2 0 0,-1 0 0,1 1 0,0-1 0,0 1 0,6-10 0,-9 16 0,0 0 0,1 0 0,-1 0 0,0 0 0,0 0 0,1 0 0,-1 0 0,0 0 0,0 0 0,0 0 0,1 0 0,-1 0 0,0 0 0,0 0 0,1 0 0,-1 0 0,0 0 0,0 0 0,0 0 0,1 0 0,-1 0 0,0 0 0,0 0 0,0 0 0,1 0 0,-1 1 0,0-1 0,0 0 0,0 0 0,1 0 0,-1 0 0,0 1 0,0-1 0,0 0 0,0 0 0,0 0 0,0 1 0,1-1 0,-1 0 0,0 0 0,0 0 0,0 1 0,0-1 0,0 0 0,0 0 0,0 1 0,0-1 0,0 0 0,0 0 0,0 0 0,0 1 0,0-1 0,0 0 0,0 0 0,0 1 0,0-1 0,-1 0 0,1 0 0,2 17 0,0 34 0,-2-25 0,1 0 0,6 32 0,1-1 0,-8-45 0,1 1 0,1-1 0,0 0 0,1 1 0,0-1 0,1 0 0,0-1 0,11 22 0,-15-33 0,0 1 0,1-1 0,-1 1 0,0-1 0,1 1 0,-1-1 0,0 1 0,1-1 0,-1 1 0,1-1 0,-1 0 0,1 1 0,-1-1 0,0 0 0,1 1 0,0-1 0,-1 0 0,1 0 0,-1 1 0,1-1 0,-1 0 0,1 0 0,-1 0 0,1 0 0,0 0 0,-1 0 0,1 0 0,-1 0 0,1 0 0,0 0 0,-1 0 0,2-1 0,-1 0 0,0 1 0,1-1 0,-1-1 0,0 1 0,0 0 0,1 0 0,-1 0 0,0-1 0,0 1 0,-1 0 0,3-3 0,13-40 0,-13 27 0,1-7 0,1-1 0,2 1 0,14-39 0,-12 43 0,-1-1 0,-1 0 0,-1 0 0,-1 0 0,-1-1 0,3-34 0,-7 145 0,-2 77 0,-5-139 0,1-21 0,-1-17 0,3-13 0,1-1 0,1 0 0,1 0 0,1 0 0,4-32 0,9-25 0,-7 53 0,2-48 0,-9-150 0,4 222 0,2 12 0,3 12 0,-1 5 0,24 107 0,-24-99 0,1 0 0,18 47 0,-13-44 0,12 51 0,-24-80 0,0 0 0,1 0 0,0 0 0,0 0 0,1-1 0,-1 1 0,7 7 0,-9-12 0,0 0 0,1-1 0,0 1 0,-1 0 0,1-1 0,-1 1 0,1-1 0,0 1 0,-1-1 0,1 1 0,0-1 0,0 1 0,-1-1 0,1 0 0,0 1 0,0-1 0,0 0 0,-1 0 0,1 0 0,0 0 0,0 1 0,0-1 0,1-1 0,-1 1 0,1-1 0,-1 0 0,1 1 0,-1-1 0,0 0 0,1 0 0,-1 0 0,0 0 0,0 0 0,0 0 0,0-1 0,0 1 0,0 0 0,0-1 0,0 1 0,0 0 0,0-3 0,14-25 0,20-63 0,-25 63 0,1 0 0,22-41 0,-28 60 0,0-1 0,-1 0 0,6-21 0,9-24 0,4-11 0,-21 56 0,1 0 0,0 0 0,1 1 0,0 0 0,1 0 0,0 0 0,0 0 0,8-9 0,-12 18 0,0 0 0,-1 0 0,1 0 0,0 0 0,-1 0 0,1 0 0,0 0 0,0 1 0,0-1 0,0 0 0,0 1 0,0-1 0,0 0 0,0 1 0,0-1 0,0 1 0,0 0 0,0-1 0,1 1 0,-1 0 0,0 0 0,0 0 0,0 0 0,0 0 0,1 0 0,-1 0 0,0 0 0,0 0 0,0 0 0,0 1 0,0-1 0,1 0 0,-1 1 0,0-1 0,0 1 0,0-1 0,0 1 0,0 0 0,0-1 0,0 1 0,-1 0 0,1 0 0,0-1 0,0 1 0,0 0 0,-1 0 0,1 0 0,-1 0 0,1 0 0,-1 0 0,1 0 0,-1 0 0,1 2 0,3 4 0,-1 1 0,0-1 0,-1 1 0,0 0 0,0 0 0,1 10 0,10 62 0,-8-51 0,4 52 0,-10-42 0,3 39 0,-1-72 0,0 0 0,0 1 0,0-1 0,1 0 0,0 0 0,0 0 0,1 0 0,-1 0 0,6 7 0,-8-12 0,1-1 0,-1 0 0,0 1 0,0-1 0,0 1 0,1-1 0,-1 0 0,0 1 0,1-1 0,-1 0 0,0 0 0,1 1 0,-1-1 0,1 0 0,-1 0 0,0 1 0,1-1 0,-1 0 0,1 0 0,-1 0 0,0 0 0,1 0 0,-1 0 0,1 1 0,-1-1 0,1 0 0,-1 0 0,1 0 0,-1-1 0,0 1 0,1 0 0,-1 0 0,1 0 0,-1 0 0,1 0 0,-1 0 0,1-1 0,13-16 0,3-28 0,-11-4 0,-5 42 0,-1 0 0,1-1 0,0 1 0,0 0 0,1 0 0,0-1 0,0 1 0,1 0 0,4-8 0,-3 15 0,-1 7 0,-1 9 0,-1 6-1365,-1-1-5461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pPr/>
              <a:t>2025/6/30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1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72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71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A6C4-E5FC-1F6D-A381-93D7095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476B030-22FC-BF7D-895B-D0F3C41F6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DAE51A-BA12-DD7D-DD44-B531CEA9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7613E5-A25F-83F3-6780-D058DCC9C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69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A6C4-E5FC-1F6D-A381-93D7095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476B030-22FC-BF7D-895B-D0F3C41F6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DAE51A-BA12-DD7D-DD44-B531CEA9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7613E5-A25F-83F3-6780-D058DCC9C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5626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A6C4-E5FC-1F6D-A381-93D7095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476B030-22FC-BF7D-895B-D0F3C41F6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DAE51A-BA12-DD7D-DD44-B531CEA9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7613E5-A25F-83F3-6780-D058DCC9C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237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F50A-AD46-5B08-09F1-AB0FC6C9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0EBF7B4-FC21-AA33-3485-F2B174130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FD606D-17F1-A156-CFA1-7DA96B354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3997E9-F6A7-80A3-E3AD-DDCDE1A58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03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A6C4-E5FC-1F6D-A381-93D7095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476B030-22FC-BF7D-895B-D0F3C41F6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DAE51A-BA12-DD7D-DD44-B531CEA9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7613E5-A25F-83F3-6780-D058DCC9C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41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42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customXml" Target="../ink/ink6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30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4000" b="0" dirty="0"/>
              <a:t>進度報告</a:t>
            </a:r>
            <a:br>
              <a:rPr lang="en-US" altLang="zh-TW" sz="4000" b="0" dirty="0"/>
            </a:br>
            <a:r>
              <a:rPr lang="en-US" altLang="zh-TW" sz="5300" b="0" dirty="0"/>
              <a:t>FPGA</a:t>
            </a:r>
            <a:r>
              <a:rPr lang="zh-TW" altLang="en-US" sz="5300" b="0" dirty="0"/>
              <a:t>專案練習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</p:spPr>
        <p:txBody>
          <a:bodyPr numCol="3">
            <a:normAutofit/>
          </a:bodyPr>
          <a:lstStyle/>
          <a:p>
            <a:pPr algn="l"/>
            <a:r>
              <a:rPr lang="zh-TW" altLang="en-US" dirty="0"/>
              <a:t>負  責  人：吳紹郁</a:t>
            </a:r>
            <a:endParaRPr lang="en-US" altLang="zh-TW" dirty="0"/>
          </a:p>
          <a:p>
            <a:r>
              <a:rPr lang="zh-TW" altLang="en-US" dirty="0"/>
              <a:t>目前成員：吳紹郁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r>
              <a:rPr lang="en-US" altLang="zh-TW" dirty="0"/>
              <a:t>2025/06/27</a:t>
            </a:r>
          </a:p>
          <a:p>
            <a:r>
              <a:rPr lang="zh-TW" altLang="en-US" dirty="0"/>
              <a:t>開始日期：</a:t>
            </a:r>
            <a:r>
              <a:rPr lang="en-US" altLang="zh-TW" dirty="0"/>
              <a:t>2025/06/05</a:t>
            </a:r>
          </a:p>
          <a:p>
            <a:pPr algn="l"/>
            <a:r>
              <a:rPr lang="zh-TW" altLang="en-US" dirty="0"/>
              <a:t>結束日期：</a:t>
            </a:r>
            <a:r>
              <a:rPr lang="en-US" altLang="zh-TW" dirty="0"/>
              <a:t> 2025/06/30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93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控管記錄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Git (2025/06/30</a:t>
            </a:r>
            <a:r>
              <a:rPr lang="zh-TW" altLang="en-US" sz="4400" dirty="0"/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D94303-A49A-DB1D-63D2-DE14514C3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7576"/>
            <a:ext cx="12192000" cy="373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當週進度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6C954194-7545-122D-71B9-6CE1C717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850"/>
            <a:ext cx="2441331" cy="50377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十一月：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TW" b="1" dirty="0"/>
              <a:t>2024/11/10~2024/11/16</a:t>
            </a:r>
            <a:r>
              <a:rPr lang="zh-TW" altLang="en-US" b="1" dirty="0"/>
              <a:t>：                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理解計數器的動作原理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查詢相關計數器的資料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完成第一題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TW" b="1" dirty="0"/>
              <a:t>2024/11/17~2024/11/22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計數器的上下限原理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查詢</a:t>
            </a:r>
            <a:r>
              <a:rPr lang="en-US" altLang="zh-TW" sz="1400" dirty="0"/>
              <a:t>8</a:t>
            </a:r>
            <a:r>
              <a:rPr lang="zh-TW" altLang="en-US" sz="1400" dirty="0"/>
              <a:t>位元的寫法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先用出上數，在用下數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完成第二題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做完相關簡報</a:t>
            </a:r>
            <a:endParaRPr lang="en-US" altLang="zh-TW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2024/11/23~2024/11/30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理解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AOV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</a:p>
          <a:p>
            <a:pPr marL="0" lvl="1" indent="0">
              <a:lnSpc>
                <a:spcPct val="150000"/>
              </a:lnSpc>
              <a:buNone/>
            </a:pP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4B5195-6632-747A-8D09-F0330F948EEC}"/>
              </a:ext>
            </a:extLst>
          </p:cNvPr>
          <p:cNvSpPr txBox="1"/>
          <p:nvPr/>
        </p:nvSpPr>
        <p:spPr>
          <a:xfrm>
            <a:off x="3279531" y="1196067"/>
            <a:ext cx="2351870" cy="332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十二月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2024/12/01~2024/12/07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AOV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2024/12/08~2024/12/12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完成架構圖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完成時序圖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</a:p>
          <a:p>
            <a:pPr algn="l">
              <a:lnSpc>
                <a:spcPct val="150000"/>
              </a:lnSpc>
            </a:pPr>
            <a:endParaRPr lang="en-US" altLang="zh-TW" dirty="0"/>
          </a:p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BA11CA7-5AA9-A2DC-744D-B1C2E0900FA0}"/>
              </a:ext>
            </a:extLst>
          </p:cNvPr>
          <p:cNvSpPr txBox="1"/>
          <p:nvPr/>
        </p:nvSpPr>
        <p:spPr>
          <a:xfrm>
            <a:off x="5421851" y="1204753"/>
            <a:ext cx="2441331" cy="494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一月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2025/01/13~2025/01/17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AOV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完成架構圖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完成時序圖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2025/01/20~2025/01/22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完成相關圖檔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2025/01/22~2025/01/24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完成相關圖檔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endParaRPr lang="en-US" altLang="zh-TW" dirty="0"/>
          </a:p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93CD34-C698-43FE-A23C-6A5A1B9ED655}"/>
              </a:ext>
            </a:extLst>
          </p:cNvPr>
          <p:cNvSpPr txBox="1"/>
          <p:nvPr/>
        </p:nvSpPr>
        <p:spPr>
          <a:xfrm>
            <a:off x="7577432" y="1161211"/>
            <a:ext cx="2240645" cy="245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三月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2025/03/05~2025/03/12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2025/03/12~2025/03/21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測試實體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成功點亮螢幕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C52A37E-B235-5C58-2A81-7DDE50D81646}"/>
              </a:ext>
            </a:extLst>
          </p:cNvPr>
          <p:cNvSpPr txBox="1"/>
          <p:nvPr/>
        </p:nvSpPr>
        <p:spPr>
          <a:xfrm>
            <a:off x="7577432" y="3603715"/>
            <a:ext cx="2240645" cy="2131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三月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2025/04/05~2025/04/19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完成球的移動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2025/03/12~2025/03/21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完成實體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完成程式與簡報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79051F-95E2-4F84-F494-51CA480B56AF}"/>
              </a:ext>
            </a:extLst>
          </p:cNvPr>
          <p:cNvSpPr txBox="1"/>
          <p:nvPr/>
        </p:nvSpPr>
        <p:spPr>
          <a:xfrm>
            <a:off x="9809213" y="1196067"/>
            <a:ext cx="2441330" cy="2131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六月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2025/06/05~2025/06/18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完成球的移動與傳送跟接收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2025/06/18~2025/06/25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完成實體</a:t>
            </a:r>
          </a:p>
          <a:p>
            <a:pPr algn="l">
              <a:lnSpc>
                <a:spcPct val="150000"/>
              </a:lnSpc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完成程式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820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/>
          <a:lstStyle/>
          <a:p>
            <a:r>
              <a:rPr lang="zh-TW" altLang="en-US" dirty="0"/>
              <a:t>進度統整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8BE98A1-C6F7-B1B5-9A88-BE85C2F705C8}"/>
              </a:ext>
            </a:extLst>
          </p:cNvPr>
          <p:cNvSpPr txBox="1"/>
          <p:nvPr/>
        </p:nvSpPr>
        <p:spPr>
          <a:xfrm>
            <a:off x="3226777" y="1201850"/>
            <a:ext cx="2299272" cy="189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十二月：</a:t>
            </a: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2024/12/01~2024/12/07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完成流程圖</a:t>
            </a: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2024/12/08~2024/12/12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完成第二題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FCFCA8-4D2D-16A3-7F23-AE432C5988E1}"/>
              </a:ext>
            </a:extLst>
          </p:cNvPr>
          <p:cNvSpPr txBox="1"/>
          <p:nvPr/>
        </p:nvSpPr>
        <p:spPr>
          <a:xfrm>
            <a:off x="5526049" y="1201850"/>
            <a:ext cx="2388577" cy="263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一月：</a:t>
            </a: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2025/01/013~2025/01/17 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完成第四題</a:t>
            </a:r>
            <a:endParaRPr lang="en-US" altLang="zh-TW" sz="1600" strike="sngStrik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2025/01/20~2025/01/22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完成第五題</a:t>
            </a:r>
            <a:endParaRPr lang="en-US" altLang="zh-TW" sz="1600" strike="sngStrik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2025/01/22~2025/01/24 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完成第六題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373D98D-A0B6-D9F3-471E-F07E7BF1933B}"/>
              </a:ext>
            </a:extLst>
          </p:cNvPr>
          <p:cNvSpPr txBox="1"/>
          <p:nvPr/>
        </p:nvSpPr>
        <p:spPr>
          <a:xfrm>
            <a:off x="838200" y="1201850"/>
            <a:ext cx="23885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十一月：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2024/11/10~2024/11/16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6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完成第一題</a:t>
            </a:r>
            <a:endParaRPr lang="en-US" altLang="zh-TW" sz="1600" strike="sngStrik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完成第一題的簡報內容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2024/11/17~2024/11/22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完成第二題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做完相關簡報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2024/11/23~2024/11/30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理解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AOV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圖的畫法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32F073-EBD3-D72A-42BB-68E153ADB0CA}"/>
              </a:ext>
            </a:extLst>
          </p:cNvPr>
          <p:cNvSpPr txBox="1"/>
          <p:nvPr/>
        </p:nvSpPr>
        <p:spPr>
          <a:xfrm>
            <a:off x="7911863" y="1207946"/>
            <a:ext cx="2216876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三月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2025/03/05~2025/03/21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完成第七題</a:t>
            </a:r>
            <a:endParaRPr lang="en-US" altLang="zh-TW" strike="sngStrike" dirty="0"/>
          </a:p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7E7C29-D9F0-71A1-596C-8FB8E7D62A43}"/>
              </a:ext>
            </a:extLst>
          </p:cNvPr>
          <p:cNvSpPr txBox="1"/>
          <p:nvPr/>
        </p:nvSpPr>
        <p:spPr>
          <a:xfrm>
            <a:off x="7997022" y="2734646"/>
            <a:ext cx="2216876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四月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2025/04/05~2025/04/25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完成第八題</a:t>
            </a:r>
            <a:endParaRPr lang="en-US" altLang="zh-TW" strike="sngStrike" dirty="0"/>
          </a:p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0C96B1-6747-E776-7EEC-2648110AFCED}"/>
              </a:ext>
            </a:extLst>
          </p:cNvPr>
          <p:cNvSpPr txBox="1"/>
          <p:nvPr/>
        </p:nvSpPr>
        <p:spPr>
          <a:xfrm>
            <a:off x="7997022" y="3836226"/>
            <a:ext cx="2216876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六月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2025/06/05~2025/06/30</a:t>
            </a:r>
            <a:r>
              <a: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TW" altLang="en-US" sz="1400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完成第九題</a:t>
            </a:r>
            <a:endParaRPr lang="en-US" altLang="zh-TW" strike="sngStrike" dirty="0"/>
          </a:p>
          <a:p>
            <a:pPr algn="l">
              <a:lnSpc>
                <a:spcPct val="15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33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/>
              <a:t>BreakDown</a:t>
            </a:r>
            <a:r>
              <a:rPr lang="en-US" altLang="zh-TW" sz="4000" dirty="0"/>
              <a:t>(2025/06/27</a:t>
            </a:r>
            <a:r>
              <a:rPr lang="zh-TW" altLang="en-US" sz="4000" dirty="0"/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4" name="圖片 3" descr="一張含有 文字, 圖表, Rectangle, 行 的圖片&#10;&#10;AI 產生的內容可能不正確。">
            <a:extLst>
              <a:ext uri="{FF2B5EF4-FFF2-40B4-BE49-F238E27FC236}">
                <a16:creationId xmlns:a16="http://schemas.microsoft.com/office/drawing/2014/main" id="{1568AA99-0E79-8A48-A971-7467B4EC1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24" y="1452562"/>
            <a:ext cx="8399151" cy="46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0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FSM</a:t>
            </a:r>
            <a:r>
              <a:rPr lang="zh-TW" altLang="en-US" dirty="0"/>
              <a:t>圖 </a:t>
            </a:r>
            <a:r>
              <a:rPr lang="en-US" altLang="zh-TW" sz="4400" dirty="0"/>
              <a:t>(2025/06/27</a:t>
            </a:r>
            <a:r>
              <a:rPr lang="zh-TW" altLang="en-US" sz="4400" dirty="0"/>
              <a:t>更新</a:t>
            </a:r>
            <a:r>
              <a:rPr lang="en-US" altLang="zh-TW" sz="4400" dirty="0"/>
              <a:t>)</a:t>
            </a:r>
            <a:endParaRPr lang="zh-TW" altLang="en-US" dirty="0"/>
          </a:p>
        </p:txBody>
      </p:sp>
      <p:pic>
        <p:nvPicPr>
          <p:cNvPr id="8" name="圖片 7" descr="一張含有 文字, 圖表, 螢幕擷取畫面, 圓形 的圖片&#10;&#10;AI 產生的內容可能不正確。">
            <a:extLst>
              <a:ext uri="{FF2B5EF4-FFF2-40B4-BE49-F238E27FC236}">
                <a16:creationId xmlns:a16="http://schemas.microsoft.com/office/drawing/2014/main" id="{4C2D7691-7569-F3C7-3953-3AA95071C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1259305"/>
            <a:ext cx="7962900" cy="485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0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AOV</a:t>
            </a:r>
            <a:r>
              <a:rPr lang="zh-TW" altLang="en-US" dirty="0"/>
              <a:t>圖</a:t>
            </a:r>
            <a:r>
              <a:rPr lang="en-US" altLang="zh-TW" dirty="0"/>
              <a:t>-A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sz="4400" dirty="0"/>
              <a:t>2025/06/27</a:t>
            </a:r>
            <a:r>
              <a:rPr lang="zh-TW" altLang="en-US" sz="4400" dirty="0"/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B7F8E-6714-A1A9-43B2-B6ADE2C9A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33512"/>
              </p:ext>
            </p:extLst>
          </p:nvPr>
        </p:nvGraphicFramePr>
        <p:xfrm>
          <a:off x="116566" y="3447299"/>
          <a:ext cx="1195886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3569235363"/>
                    </a:ext>
                  </a:extLst>
                </a:gridCol>
                <a:gridCol w="1938637">
                  <a:extLst>
                    <a:ext uri="{9D8B030D-6E8A-4147-A177-3AD203B41FA5}">
                      <a16:colId xmlns:a16="http://schemas.microsoft.com/office/drawing/2014/main" val="1206192564"/>
                    </a:ext>
                  </a:extLst>
                </a:gridCol>
                <a:gridCol w="1938637">
                  <a:extLst>
                    <a:ext uri="{9D8B030D-6E8A-4147-A177-3AD203B41FA5}">
                      <a16:colId xmlns:a16="http://schemas.microsoft.com/office/drawing/2014/main" val="2157246791"/>
                    </a:ext>
                  </a:extLst>
                </a:gridCol>
                <a:gridCol w="1524003">
                  <a:extLst>
                    <a:ext uri="{9D8B030D-6E8A-4147-A177-3AD203B41FA5}">
                      <a16:colId xmlns:a16="http://schemas.microsoft.com/office/drawing/2014/main" val="198149183"/>
                    </a:ext>
                  </a:extLst>
                </a:gridCol>
                <a:gridCol w="4291911">
                  <a:extLst>
                    <a:ext uri="{9D8B030D-6E8A-4147-A177-3AD203B41FA5}">
                      <a16:colId xmlns:a16="http://schemas.microsoft.com/office/drawing/2014/main" val="1194417440"/>
                    </a:ext>
                  </a:extLst>
                </a:gridCol>
              </a:tblGrid>
              <a:tr h="4205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predecessor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Duration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詳細功能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1173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33481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system_clk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訊號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 &lt;= "0000000001"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0422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MOVE_R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slow_clk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球右移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o_led</a:t>
                      </a:r>
                      <a:endParaRPr lang="en-US" altLang="zh-TW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60341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SEND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MOVE_R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system_clk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傳送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訊號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2038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EFBB3448-4E1C-691A-CD31-0680577C67FC}"/>
                  </a:ext>
                </a:extLst>
              </p14:cNvPr>
              <p14:cNvContentPartPr/>
              <p14:nvPr/>
            </p14:nvContentPartPr>
            <p14:xfrm>
              <a:off x="3011865" y="1394100"/>
              <a:ext cx="374760" cy="21528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EFBB3448-4E1C-691A-CD31-0680577C67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865" y="1385460"/>
                <a:ext cx="3924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C551D957-5E06-926D-4FDA-DEB92DCCBAC8}"/>
                  </a:ext>
                </a:extLst>
              </p14:cNvPr>
              <p14:cNvContentPartPr/>
              <p14:nvPr/>
            </p14:nvContentPartPr>
            <p14:xfrm>
              <a:off x="3095025" y="1439460"/>
              <a:ext cx="182160" cy="15012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C551D957-5E06-926D-4FDA-DEB92DCCBA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6025" y="1430820"/>
                <a:ext cx="1998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9B4996FA-7C9B-3726-0F72-363B9AB252D7}"/>
                  </a:ext>
                </a:extLst>
              </p14:cNvPr>
              <p14:cNvContentPartPr/>
              <p14:nvPr/>
            </p14:nvContentPartPr>
            <p14:xfrm>
              <a:off x="3126705" y="1358820"/>
              <a:ext cx="617400" cy="30888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9B4996FA-7C9B-3726-0F72-363B9AB252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8065" y="1350180"/>
                <a:ext cx="635040" cy="3265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圖片 5" descr="一張含有 文字, 字型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75473BE-FFD3-36D2-5AF3-C6C2416A81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37" y="1247024"/>
            <a:ext cx="82962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0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BB2B-F43A-C8DE-A964-77E83DAF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B947B28-9CD2-9BD0-A7E8-4BA5BDBB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AOV</a:t>
            </a:r>
            <a:r>
              <a:rPr lang="zh-TW" altLang="en-US" dirty="0"/>
              <a:t>圖</a:t>
            </a:r>
            <a:r>
              <a:rPr lang="en-US" altLang="zh-TW" dirty="0"/>
              <a:t>-B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sz="4400" dirty="0"/>
              <a:t>2025/06/27</a:t>
            </a:r>
            <a:r>
              <a:rPr lang="zh-TW" altLang="en-US" sz="4400" dirty="0"/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496ED1C-4EA8-8225-AB63-97B89BB66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499633"/>
              </p:ext>
            </p:extLst>
          </p:nvPr>
        </p:nvGraphicFramePr>
        <p:xfrm>
          <a:off x="116566" y="3447299"/>
          <a:ext cx="1195886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3569235363"/>
                    </a:ext>
                  </a:extLst>
                </a:gridCol>
                <a:gridCol w="1938637">
                  <a:extLst>
                    <a:ext uri="{9D8B030D-6E8A-4147-A177-3AD203B41FA5}">
                      <a16:colId xmlns:a16="http://schemas.microsoft.com/office/drawing/2014/main" val="1206192564"/>
                    </a:ext>
                  </a:extLst>
                </a:gridCol>
                <a:gridCol w="1938637">
                  <a:extLst>
                    <a:ext uri="{9D8B030D-6E8A-4147-A177-3AD203B41FA5}">
                      <a16:colId xmlns:a16="http://schemas.microsoft.com/office/drawing/2014/main" val="2157246791"/>
                    </a:ext>
                  </a:extLst>
                </a:gridCol>
                <a:gridCol w="1524003">
                  <a:extLst>
                    <a:ext uri="{9D8B030D-6E8A-4147-A177-3AD203B41FA5}">
                      <a16:colId xmlns:a16="http://schemas.microsoft.com/office/drawing/2014/main" val="198149183"/>
                    </a:ext>
                  </a:extLst>
                </a:gridCol>
                <a:gridCol w="4291911">
                  <a:extLst>
                    <a:ext uri="{9D8B030D-6E8A-4147-A177-3AD203B41FA5}">
                      <a16:colId xmlns:a16="http://schemas.microsoft.com/office/drawing/2014/main" val="1194417440"/>
                    </a:ext>
                  </a:extLst>
                </a:gridCol>
              </a:tblGrid>
              <a:tr h="4205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predecessor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Duration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詳細功能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1173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33481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Start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system_clk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訊號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 &lt;= "0000000001"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0422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MOVE_L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slow_clk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球左移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o_led</a:t>
                      </a:r>
                      <a:endParaRPr lang="en-US" altLang="zh-TW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60341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SEND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MOVE_L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9(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system_clk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傳送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訊號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zh-TW" altLang="en-US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RECEIVE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2038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07A8792-AFCE-7229-7D8A-0BE98F4D9485}"/>
                  </a:ext>
                </a:extLst>
              </p14:cNvPr>
              <p14:cNvContentPartPr/>
              <p14:nvPr/>
            </p14:nvContentPartPr>
            <p14:xfrm>
              <a:off x="3011865" y="1394100"/>
              <a:ext cx="374760" cy="21528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07A8792-AFCE-7229-7D8A-0BE98F4D94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865" y="1385100"/>
                <a:ext cx="3924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8EAEA5E4-60BC-368D-5793-4F14BA341D57}"/>
                  </a:ext>
                </a:extLst>
              </p14:cNvPr>
              <p14:cNvContentPartPr/>
              <p14:nvPr/>
            </p14:nvContentPartPr>
            <p14:xfrm>
              <a:off x="3095025" y="1439460"/>
              <a:ext cx="182160" cy="15012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8EAEA5E4-60BC-368D-5793-4F14BA341D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6043" y="1430438"/>
                <a:ext cx="199765" cy="167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F8ED591-BD32-551C-B5A0-968D87ABE895}"/>
                  </a:ext>
                </a:extLst>
              </p14:cNvPr>
              <p14:cNvContentPartPr/>
              <p14:nvPr/>
            </p14:nvContentPartPr>
            <p14:xfrm>
              <a:off x="3126705" y="1358820"/>
              <a:ext cx="617400" cy="30888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F8ED591-BD32-551C-B5A0-968D87ABE8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7700" y="1349809"/>
                <a:ext cx="635050" cy="326541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圖片 1" descr="一張含有 文字, 字型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169C7C35-5E41-615A-2F02-652E5F01B9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37" y="1247024"/>
            <a:ext cx="82962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</a:t>
            </a:r>
            <a:r>
              <a:rPr lang="en-US" altLang="zh-TW" sz="4000" dirty="0"/>
              <a:t>MSC</a:t>
            </a:r>
            <a:r>
              <a:rPr lang="zh-TW" altLang="en-US" sz="4000" dirty="0"/>
              <a:t>圖 </a:t>
            </a:r>
            <a:r>
              <a:rPr lang="en-US" altLang="zh-TW" sz="4000" dirty="0"/>
              <a:t>(2025/06/29</a:t>
            </a:r>
            <a:r>
              <a:rPr lang="zh-TW" altLang="en-US" sz="4000" dirty="0"/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901499-1784-B34B-6DC7-8F5BF1A4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17" y="1228723"/>
            <a:ext cx="9431066" cy="562927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5637856-5E4D-9B7F-1283-ABFF2D1BE885}"/>
              </a:ext>
            </a:extLst>
          </p:cNvPr>
          <p:cNvSpPr txBox="1"/>
          <p:nvPr/>
        </p:nvSpPr>
        <p:spPr>
          <a:xfrm>
            <a:off x="9773307" y="3276600"/>
            <a:ext cx="17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雙方正常打擊</a:t>
            </a:r>
          </a:p>
        </p:txBody>
      </p:sp>
    </p:spTree>
    <p:extLst>
      <p:ext uri="{BB962C8B-B14F-4D97-AF65-F5344CB8AC3E}">
        <p14:creationId xmlns:p14="http://schemas.microsoft.com/office/powerpoint/2010/main" val="250277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39A0-4668-B71A-D6D3-0E25A645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3C8922F-B330-7CFA-8F2C-99757B5F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</a:t>
            </a:r>
            <a:r>
              <a:rPr lang="en-US" altLang="zh-TW" sz="4000" dirty="0"/>
              <a:t>MSC</a:t>
            </a:r>
            <a:r>
              <a:rPr lang="zh-TW" altLang="en-US" sz="4000" dirty="0"/>
              <a:t>圖 </a:t>
            </a:r>
            <a:r>
              <a:rPr lang="en-US" altLang="zh-TW" sz="4000" dirty="0"/>
              <a:t>(2025/06/29</a:t>
            </a:r>
            <a:r>
              <a:rPr lang="zh-TW" altLang="en-US" sz="4000" dirty="0"/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7C805B-B4DD-0EA6-0938-10F8A0F46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1" y="1190624"/>
            <a:ext cx="5920100" cy="566737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D2EDF23-21DA-2EBD-3410-8ADC19FB6ACC}"/>
              </a:ext>
            </a:extLst>
          </p:cNvPr>
          <p:cNvSpPr txBox="1"/>
          <p:nvPr/>
        </p:nvSpPr>
        <p:spPr>
          <a:xfrm>
            <a:off x="8339451" y="3429000"/>
            <a:ext cx="22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zh-TW" altLang="en-US" dirty="0"/>
              <a:t>提早打擊</a:t>
            </a:r>
          </a:p>
        </p:txBody>
      </p:sp>
    </p:spTree>
    <p:extLst>
      <p:ext uri="{BB962C8B-B14F-4D97-AF65-F5344CB8AC3E}">
        <p14:creationId xmlns:p14="http://schemas.microsoft.com/office/powerpoint/2010/main" val="186372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5509-F9FA-BABC-8CEE-E559B5F7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A43C3E3-E17E-8A62-53E6-5AB95D3F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</a:t>
            </a:r>
            <a:r>
              <a:rPr lang="en-US" altLang="zh-TW" sz="4000" dirty="0"/>
              <a:t>MSC</a:t>
            </a:r>
            <a:r>
              <a:rPr lang="zh-TW" altLang="en-US" sz="4000" dirty="0"/>
              <a:t>圖 </a:t>
            </a:r>
            <a:r>
              <a:rPr lang="en-US" altLang="zh-TW" sz="4000" dirty="0"/>
              <a:t>(2025/06/29</a:t>
            </a:r>
            <a:r>
              <a:rPr lang="zh-TW" altLang="en-US" sz="4000" dirty="0"/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E71244-CFB8-79EA-AE0E-0104866E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208" y="1190625"/>
            <a:ext cx="5181842" cy="56673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FFE26F4-2153-A8FA-1CDA-4FC0E68F16EB}"/>
              </a:ext>
            </a:extLst>
          </p:cNvPr>
          <p:cNvSpPr txBox="1"/>
          <p:nvPr/>
        </p:nvSpPr>
        <p:spPr>
          <a:xfrm>
            <a:off x="9677400" y="3562350"/>
            <a:ext cx="28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</a:t>
            </a:r>
            <a:r>
              <a:rPr lang="zh-TW" altLang="en-US" dirty="0"/>
              <a:t>漏接球</a:t>
            </a:r>
          </a:p>
        </p:txBody>
      </p:sp>
    </p:spTree>
    <p:extLst>
      <p:ext uri="{BB962C8B-B14F-4D97-AF65-F5344CB8AC3E}">
        <p14:creationId xmlns:p14="http://schemas.microsoft.com/office/powerpoint/2010/main" val="3981347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專案架構圖 </a:t>
            </a:r>
            <a:r>
              <a:rPr lang="en-US" altLang="zh-TW" sz="4000" dirty="0"/>
              <a:t>(2025/06/30</a:t>
            </a:r>
            <a:r>
              <a:rPr lang="zh-TW" altLang="en-US" sz="4000" dirty="0"/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4" name="圖片 3" descr="一張含有 圖表, 文字, 方案, 工程製圖 的圖片&#10;&#10;AI 產生的內容可能不正確。">
            <a:extLst>
              <a:ext uri="{FF2B5EF4-FFF2-40B4-BE49-F238E27FC236}">
                <a16:creationId xmlns:a16="http://schemas.microsoft.com/office/drawing/2014/main" id="{5CBDB706-CCD2-6FB0-2ADD-018B22E47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398332"/>
            <a:ext cx="97155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01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F926-936B-75D7-103B-2133EABB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AF44B3F-4975-0548-4E14-FB55FF689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–</a:t>
            </a:r>
            <a:r>
              <a:rPr lang="zh-TW" altLang="en-US" sz="3200" dirty="0"/>
              <a:t> 雙方正常打擊</a:t>
            </a:r>
            <a:r>
              <a:rPr lang="en-US" altLang="zh-TW" sz="3200" dirty="0"/>
              <a:t>(2025/06/27</a:t>
            </a:r>
            <a:r>
              <a:rPr lang="zh-TW" altLang="en-US" sz="3200" dirty="0"/>
              <a:t>更新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B299035-8627-1EB3-793B-2F79AFB2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34" y="1328444"/>
            <a:ext cx="11336332" cy="420111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15B0B5A-39A3-B1EA-7B6A-E9787E5EEB07}"/>
              </a:ext>
            </a:extLst>
          </p:cNvPr>
          <p:cNvSpPr txBox="1"/>
          <p:nvPr/>
        </p:nvSpPr>
        <p:spPr>
          <a:xfrm>
            <a:off x="2647950" y="5772874"/>
            <a:ext cx="1076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SEND</a:t>
            </a:r>
            <a:endParaRPr lang="zh-TW" altLang="en-US" dirty="0"/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D378BDFE-A5C1-335A-6E34-226362E8B39B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2421371" y="3441268"/>
            <a:ext cx="3096349" cy="1566865"/>
          </a:xfrm>
          <a:prstGeom prst="bentConnector3">
            <a:avLst>
              <a:gd name="adj1" fmla="val 11490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9AFCC4-7979-D89B-2CFF-CF74E834C53B}"/>
              </a:ext>
            </a:extLst>
          </p:cNvPr>
          <p:cNvSpPr txBox="1"/>
          <p:nvPr/>
        </p:nvSpPr>
        <p:spPr>
          <a:xfrm>
            <a:off x="4214816" y="5772874"/>
            <a:ext cx="1076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</a:t>
            </a:r>
            <a:r>
              <a:rPr lang="zh-TW" altLang="en-US" dirty="0"/>
              <a:t>發球</a:t>
            </a:r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49F15456-3C46-A13D-00FE-03D419AA88A4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91429" y="3711321"/>
            <a:ext cx="3339667" cy="783438"/>
          </a:xfrm>
          <a:prstGeom prst="bentConnector3">
            <a:avLst>
              <a:gd name="adj1" fmla="val 408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2BD80CC-DB80-3A19-4685-474AF797CF49}"/>
              </a:ext>
            </a:extLst>
          </p:cNvPr>
          <p:cNvSpPr txBox="1"/>
          <p:nvPr/>
        </p:nvSpPr>
        <p:spPr>
          <a:xfrm>
            <a:off x="7530310" y="5777289"/>
            <a:ext cx="107632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B</a:t>
            </a:r>
            <a:r>
              <a:rPr lang="zh-TW" altLang="en-US" dirty="0"/>
              <a:t>擊球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91C4A999-7264-315F-DA4F-AB2933F707A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47543" y="4705507"/>
            <a:ext cx="1886674" cy="248059"/>
          </a:xfrm>
          <a:prstGeom prst="bentConnector3">
            <a:avLst>
              <a:gd name="adj1" fmla="val 65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370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F926-936B-75D7-103B-2133EABB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2">
            <a:extLst>
              <a:ext uri="{FF2B5EF4-FFF2-40B4-BE49-F238E27FC236}">
                <a16:creationId xmlns:a16="http://schemas.microsoft.com/office/drawing/2014/main" id="{E9A49533-F622-17FF-F3D5-E94353C05769}"/>
              </a:ext>
            </a:extLst>
          </p:cNvPr>
          <p:cNvSpPr txBox="1">
            <a:spLocks/>
          </p:cNvSpPr>
          <p:nvPr/>
        </p:nvSpPr>
        <p:spPr>
          <a:xfrm>
            <a:off x="838200" y="399267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3200" dirty="0"/>
              <a:t>成果展示</a:t>
            </a:r>
            <a:r>
              <a:rPr lang="en-US" altLang="zh-TW" sz="3200" dirty="0"/>
              <a:t>-</a:t>
            </a:r>
            <a:r>
              <a:rPr lang="zh-TW" altLang="en-US" sz="3200" dirty="0"/>
              <a:t> </a:t>
            </a:r>
            <a:r>
              <a:rPr lang="en-US" altLang="zh-TW" sz="3200" dirty="0"/>
              <a:t>A</a:t>
            </a:r>
            <a:r>
              <a:rPr lang="zh-TW" altLang="en-US" sz="3200" dirty="0"/>
              <a:t>提早打擊 </a:t>
            </a:r>
            <a:r>
              <a:rPr lang="en-US" altLang="zh-TW" sz="3200" dirty="0"/>
              <a:t>(2025/06/27</a:t>
            </a:r>
            <a:r>
              <a:rPr lang="zh-TW" altLang="en-US" sz="3200" dirty="0"/>
              <a:t>更新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E379DE7-0462-3DC9-068F-828918566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175"/>
            <a:ext cx="12192000" cy="371142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541CFEA-8178-E239-63CD-1A8D0138B535}"/>
              </a:ext>
            </a:extLst>
          </p:cNvPr>
          <p:cNvSpPr txBox="1"/>
          <p:nvPr/>
        </p:nvSpPr>
        <p:spPr>
          <a:xfrm>
            <a:off x="7386641" y="1324684"/>
            <a:ext cx="146208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</a:t>
            </a:r>
            <a:r>
              <a:rPr lang="zh-TW" altLang="en-US" dirty="0"/>
              <a:t>提早打擊 </a:t>
            </a:r>
          </a:p>
        </p:txBody>
      </p: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CEFD53FF-D8A5-0B13-6C59-C833F9FF2BEA}"/>
              </a:ext>
            </a:extLst>
          </p:cNvPr>
          <p:cNvCxnSpPr>
            <a:stCxn id="9" idx="1"/>
          </p:cNvCxnSpPr>
          <p:nvPr/>
        </p:nvCxnSpPr>
        <p:spPr>
          <a:xfrm rot="10800000" flipH="1" flipV="1">
            <a:off x="7386641" y="1509350"/>
            <a:ext cx="395284" cy="1119550"/>
          </a:xfrm>
          <a:prstGeom prst="bentConnector4">
            <a:avLst>
              <a:gd name="adj1" fmla="val -57832"/>
              <a:gd name="adj2" fmla="val 582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2DF65B1-3C84-1D98-8A4F-6794B30B97A4}"/>
              </a:ext>
            </a:extLst>
          </p:cNvPr>
          <p:cNvSpPr txBox="1"/>
          <p:nvPr/>
        </p:nvSpPr>
        <p:spPr>
          <a:xfrm>
            <a:off x="7781925" y="2800350"/>
            <a:ext cx="685800" cy="47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9554941-4629-CFC5-0EE3-9F6FEE671F8A}"/>
              </a:ext>
            </a:extLst>
          </p:cNvPr>
          <p:cNvSpPr txBox="1"/>
          <p:nvPr/>
        </p:nvSpPr>
        <p:spPr>
          <a:xfrm>
            <a:off x="9255919" y="1322179"/>
            <a:ext cx="16883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球會重新發球</a:t>
            </a:r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ABEAD144-72DD-20EB-B4D1-AC67DAC83C9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8467725" y="1506845"/>
            <a:ext cx="788194" cy="1531630"/>
          </a:xfrm>
          <a:prstGeom prst="bentConnector3">
            <a:avLst>
              <a:gd name="adj1" fmla="val 6450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79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F926-936B-75D7-103B-2133EABB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2">
            <a:extLst>
              <a:ext uri="{FF2B5EF4-FFF2-40B4-BE49-F238E27FC236}">
                <a16:creationId xmlns:a16="http://schemas.microsoft.com/office/drawing/2014/main" id="{9E4F8B4A-6B47-0885-294D-78D23149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-</a:t>
            </a:r>
            <a:r>
              <a:rPr lang="zh-TW" altLang="en-US" sz="3200" dirty="0"/>
              <a:t> </a:t>
            </a:r>
            <a:r>
              <a:rPr lang="en-US" altLang="zh-TW" sz="3200" dirty="0"/>
              <a:t>B</a:t>
            </a:r>
            <a:r>
              <a:rPr lang="zh-TW" altLang="en-US" sz="3200" dirty="0"/>
              <a:t>漏接球 </a:t>
            </a:r>
            <a:r>
              <a:rPr lang="en-US" altLang="zh-TW" sz="3200" dirty="0"/>
              <a:t>(2025/06/27</a:t>
            </a:r>
            <a:r>
              <a:rPr lang="zh-TW" altLang="en-US" sz="3200" dirty="0"/>
              <a:t>更新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4DB143A-FB58-1741-BBDF-51CD8D726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1334"/>
            <a:ext cx="12192000" cy="3811631"/>
          </a:xfrm>
          <a:prstGeom prst="rect">
            <a:avLst/>
          </a:prstGeom>
        </p:spPr>
      </p:pic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D5D6E61-A216-161B-FE88-14A41568F8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85933" y="2023883"/>
            <a:ext cx="1119550" cy="39528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1937B90-75E8-44C0-4661-463F544675C8}"/>
              </a:ext>
            </a:extLst>
          </p:cNvPr>
          <p:cNvSpPr txBox="1"/>
          <p:nvPr/>
        </p:nvSpPr>
        <p:spPr>
          <a:xfrm>
            <a:off x="3943350" y="2952750"/>
            <a:ext cx="800100" cy="47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A694F560-F727-E80D-D768-CF33B50A71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09822" y="2083353"/>
            <a:ext cx="1531628" cy="68341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C7BB350-FF98-4482-AB90-65AF63CFA1C1}"/>
              </a:ext>
            </a:extLst>
          </p:cNvPr>
          <p:cNvSpPr txBox="1"/>
          <p:nvPr/>
        </p:nvSpPr>
        <p:spPr>
          <a:xfrm>
            <a:off x="2817024" y="1289915"/>
            <a:ext cx="146208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</a:t>
            </a:r>
            <a:r>
              <a:rPr lang="zh-TW" altLang="en-US" dirty="0"/>
              <a:t>提早打擊 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D08C090-1005-2811-51EF-4B886D18E7B8}"/>
              </a:ext>
            </a:extLst>
          </p:cNvPr>
          <p:cNvSpPr txBox="1"/>
          <p:nvPr/>
        </p:nvSpPr>
        <p:spPr>
          <a:xfrm>
            <a:off x="4686302" y="1287410"/>
            <a:ext cx="168830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球會重新發球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D4D3801-69AE-6CC3-6AB9-C8B4C2673B06}"/>
              </a:ext>
            </a:extLst>
          </p:cNvPr>
          <p:cNvCxnSpPr/>
          <p:nvPr/>
        </p:nvCxnSpPr>
        <p:spPr>
          <a:xfrm>
            <a:off x="5248275" y="4514850"/>
            <a:ext cx="76200" cy="14859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D182E21-A2FC-24CB-C15F-E73EB1422408}"/>
              </a:ext>
            </a:extLst>
          </p:cNvPr>
          <p:cNvSpPr txBox="1"/>
          <p:nvPr/>
        </p:nvSpPr>
        <p:spPr>
          <a:xfrm>
            <a:off x="4552950" y="5972175"/>
            <a:ext cx="646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球已經左移到底，但</a:t>
            </a:r>
            <a:r>
              <a:rPr lang="en-US" altLang="zh-TW" dirty="0"/>
              <a:t>B</a:t>
            </a:r>
            <a:r>
              <a:rPr lang="zh-TW" altLang="en-US" dirty="0"/>
              <a:t>未擊球，所以直接進入</a:t>
            </a:r>
            <a:r>
              <a:rPr lang="en-US" altLang="zh-TW" dirty="0"/>
              <a:t>RECEIVE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109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D3E5-5261-3E7D-D8C1-C1D18671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0EB8D8-D0ED-E022-AF92-527400518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4035"/>
            <a:ext cx="12192000" cy="2729930"/>
          </a:xfrm>
          <a:prstGeom prst="rect">
            <a:avLst/>
          </a:prstGeom>
        </p:spPr>
      </p:pic>
      <p:sp>
        <p:nvSpPr>
          <p:cNvPr id="6" name="標題 2">
            <a:extLst>
              <a:ext uri="{FF2B5EF4-FFF2-40B4-BE49-F238E27FC236}">
                <a16:creationId xmlns:a16="http://schemas.microsoft.com/office/drawing/2014/main" id="{E64E4B5C-29CC-D482-1D59-CB15DBF2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–</a:t>
            </a:r>
            <a:r>
              <a:rPr lang="zh-TW" altLang="en-US" sz="3200" dirty="0"/>
              <a:t> 在</a:t>
            </a:r>
            <a:r>
              <a:rPr lang="en-US" altLang="zh-TW" sz="3200" dirty="0"/>
              <a:t>SEND</a:t>
            </a:r>
            <a:r>
              <a:rPr lang="zh-TW" altLang="en-US" sz="3200" dirty="0"/>
              <a:t>模式與</a:t>
            </a:r>
            <a:r>
              <a:rPr lang="en-US" altLang="zh-TW" sz="3200" dirty="0"/>
              <a:t>GPIO</a:t>
            </a:r>
            <a:r>
              <a:rPr lang="zh-TW" altLang="en-US" sz="3200" dirty="0"/>
              <a:t>控制</a:t>
            </a:r>
            <a:r>
              <a:rPr lang="en-US" altLang="zh-TW" sz="3200" dirty="0"/>
              <a:t>(2025/06/27</a:t>
            </a:r>
            <a:r>
              <a:rPr lang="zh-TW" altLang="en-US" sz="3200" dirty="0"/>
              <a:t>更新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9CDA24-53C3-0460-9EA4-15548483BE3C}"/>
              </a:ext>
            </a:extLst>
          </p:cNvPr>
          <p:cNvSpPr txBox="1"/>
          <p:nvPr/>
        </p:nvSpPr>
        <p:spPr>
          <a:xfrm>
            <a:off x="6200774" y="4317715"/>
            <a:ext cx="1381125" cy="47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7D2A6E91-9B8C-D59F-F59B-12A759392A48}"/>
              </a:ext>
            </a:extLst>
          </p:cNvPr>
          <p:cNvCxnSpPr>
            <a:cxnSpLocks/>
            <a:stCxn id="22" idx="0"/>
            <a:endCxn id="10" idx="2"/>
          </p:cNvCxnSpPr>
          <p:nvPr/>
        </p:nvCxnSpPr>
        <p:spPr>
          <a:xfrm rot="16200000" flipV="1">
            <a:off x="6978140" y="4707163"/>
            <a:ext cx="674121" cy="84772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68C9EBB-5857-B3BD-8061-E6C70CD6F244}"/>
              </a:ext>
            </a:extLst>
          </p:cNvPr>
          <p:cNvSpPr txBox="1"/>
          <p:nvPr/>
        </p:nvSpPr>
        <p:spPr>
          <a:xfrm>
            <a:off x="4505325" y="5468086"/>
            <a:ext cx="646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當</a:t>
            </a:r>
            <a:r>
              <a:rPr lang="en-US" altLang="zh-TW" dirty="0"/>
              <a:t>state</a:t>
            </a:r>
            <a:r>
              <a:rPr lang="zh-TW" altLang="en-US" dirty="0"/>
              <a:t>進入到</a:t>
            </a:r>
            <a:r>
              <a:rPr lang="en-US" altLang="zh-TW" dirty="0"/>
              <a:t>SEND</a:t>
            </a:r>
            <a:r>
              <a:rPr lang="zh-TW" altLang="en-US" dirty="0"/>
              <a:t>時，則</a:t>
            </a:r>
            <a:r>
              <a:rPr lang="en-US" altLang="zh-TW" dirty="0" err="1"/>
              <a:t>pulse_counter</a:t>
            </a:r>
            <a:r>
              <a:rPr lang="zh-TW" altLang="en-US" dirty="0"/>
              <a:t>會計數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CLK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4407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F926-936B-75D7-103B-2133EABB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2">
            <a:extLst>
              <a:ext uri="{FF2B5EF4-FFF2-40B4-BE49-F238E27FC236}">
                <a16:creationId xmlns:a16="http://schemas.microsoft.com/office/drawing/2014/main" id="{EBF5EBAE-CE47-40E3-7D50-CBB4E2E9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(2025/06/27</a:t>
            </a:r>
            <a:r>
              <a:rPr lang="zh-TW" altLang="en-US" sz="3200" dirty="0"/>
              <a:t>更新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7" name="實體影片">
            <a:hlinkClick r:id="" action="ppaction://media"/>
            <a:extLst>
              <a:ext uri="{FF2B5EF4-FFF2-40B4-BE49-F238E27FC236}">
                <a16:creationId xmlns:a16="http://schemas.microsoft.com/office/drawing/2014/main" id="{F4C4032A-8793-4252-00C1-C44BD66527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09688" y="1209675"/>
            <a:ext cx="8572624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6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0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84838</TotalTime>
  <Words>597</Words>
  <Application>Microsoft Office PowerPoint</Application>
  <PresentationFormat>寬螢幕</PresentationFormat>
  <Paragraphs>179</Paragraphs>
  <Slides>17</Slides>
  <Notes>8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標楷體</vt:lpstr>
      <vt:lpstr>Arial</vt:lpstr>
      <vt:lpstr>Calibri</vt:lpstr>
      <vt:lpstr>Times New Roman</vt:lpstr>
      <vt:lpstr>Office 佈景主題</vt:lpstr>
      <vt:lpstr>進度報告 FPGA專案練習</vt:lpstr>
      <vt:lpstr>控管記錄 - Git (2025/06/30更新)</vt:lpstr>
      <vt:lpstr>當週進度</vt:lpstr>
      <vt:lpstr>進度統整</vt:lpstr>
      <vt:lpstr>BreakDown(2025/06/27更新)</vt:lpstr>
      <vt:lpstr>系統分析 – FSM圖 (2025/06/27更新)</vt:lpstr>
      <vt:lpstr>系統分析 – AOV圖-A (2025/06/27更新)</vt:lpstr>
      <vt:lpstr>系統分析 – AOV圖-B (2025/06/27更新)</vt:lpstr>
      <vt:lpstr>系統分析 – MSC圖 (2025/06/29更新)</vt:lpstr>
      <vt:lpstr>系統分析 – MSC圖 (2025/06/29更新)</vt:lpstr>
      <vt:lpstr>系統分析 – MSC圖 (2025/06/29更新)</vt:lpstr>
      <vt:lpstr>專案架構圖 (2025/06/30更新)</vt:lpstr>
      <vt:lpstr>成果展示 – 雙方正常打擊(2025/06/27更新)</vt:lpstr>
      <vt:lpstr>PowerPoint 簡報</vt:lpstr>
      <vt:lpstr>成果展示 - B漏接球 (2025/06/27更新)</vt:lpstr>
      <vt:lpstr>成果展示 – 在SEND模式與GPIO控制(2025/06/27更新)</vt:lpstr>
      <vt:lpstr>成果展示 (2025/06/27更新)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紹郁 吳</cp:lastModifiedBy>
  <cp:revision>3176</cp:revision>
  <dcterms:created xsi:type="dcterms:W3CDTF">2019-03-11T13:47:46Z</dcterms:created>
  <dcterms:modified xsi:type="dcterms:W3CDTF">2025-06-30T08:25:40Z</dcterms:modified>
</cp:coreProperties>
</file>