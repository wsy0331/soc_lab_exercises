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9" r:id="rId2"/>
    <p:sldId id="372" r:id="rId3"/>
    <p:sldId id="261" r:id="rId4"/>
    <p:sldId id="267" r:id="rId5"/>
    <p:sldId id="1143" r:id="rId6"/>
    <p:sldId id="1259" r:id="rId7"/>
    <p:sldId id="1258" r:id="rId8"/>
    <p:sldId id="271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66FE"/>
    <a:srgbClr val="FFFFFF"/>
    <a:srgbClr val="7CAFDE"/>
    <a:srgbClr val="3886CC"/>
    <a:srgbClr val="66A2D8"/>
    <a:srgbClr val="FF6600"/>
    <a:srgbClr val="9751CB"/>
    <a:srgbClr val="6AA4D9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86E9D5-555B-4282-8EDE-33BC5E365817}" v="19" dt="2025-03-21T07:11:54.0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4496" autoAdjust="0"/>
  </p:normalViewPr>
  <p:slideViewPr>
    <p:cSldViewPr snapToGrid="0">
      <p:cViewPr varScale="1">
        <p:scale>
          <a:sx n="78" d="100"/>
          <a:sy n="78" d="100"/>
        </p:scale>
        <p:origin x="82" y="3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9F8E0-05F2-4742-BB97-D2E4F51035C8}" type="datetimeFigureOut">
              <a:rPr lang="zh-TW" altLang="en-US" smtClean="0">
                <a:ea typeface="標楷體" panose="03000509000000000000" pitchFamily="65" charset="-120"/>
              </a:rPr>
              <a:t>2025/3/21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EDBFE4-86DF-49E3-AB07-98BBBFC45567}" type="slidenum">
              <a:rPr lang="zh-TW" altLang="en-US" smtClean="0">
                <a:ea typeface="標楷體" panose="03000509000000000000" pitchFamily="65" charset="-120"/>
              </a:rPr>
              <a:t>‹#›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9250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2CB905C5-9D54-40E2-B40C-7996280CAB02}" type="datetimeFigureOut">
              <a:rPr lang="zh-TW" altLang="en-US" smtClean="0"/>
              <a:pPr/>
              <a:t>2025/3/21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EF8A6B0B-A5FB-4629-B823-69B1A9EB3A4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9117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11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0272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9710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6966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44714-6DDA-33EA-8F04-50405064C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0EE60D5-7DCD-4451-7F54-5E44BB09F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A62119D-9C35-10C2-3467-F249012AE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595211-E57F-E76E-C60C-7CDC58A306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08132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669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295163"/>
            <a:ext cx="10515600" cy="1964122"/>
          </a:xfrm>
        </p:spPr>
        <p:txBody>
          <a:bodyPr>
            <a:normAutofit/>
          </a:bodyPr>
          <a:lstStyle>
            <a:lvl1pPr marL="0" indent="0" algn="l">
              <a:spcBef>
                <a:spcPts val="100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29"/>
            <a:ext cx="10515600" cy="2905634"/>
          </a:xfrm>
        </p:spPr>
        <p:txBody>
          <a:bodyPr anchor="t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51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>
            <a:normAutofit/>
          </a:bodyPr>
          <a:lstStyle>
            <a:lvl1pPr hangingPunct="0"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42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60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493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63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83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184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8943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410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202572"/>
            <a:ext cx="10515600" cy="5037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0C0CC965-A63A-473D-BEFB-C8F9714D5269}" type="datetimeFigureOut">
              <a:rPr lang="zh-TW" altLang="en-US" smtClean="0"/>
              <a:pPr/>
              <a:t>2025/3/21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90F9E983-480B-48C5-9E0F-D21C0DFBB5C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9" name="直線接點 8"/>
          <p:cNvCxnSpPr/>
          <p:nvPr userDrawn="1"/>
        </p:nvCxnSpPr>
        <p:spPr>
          <a:xfrm>
            <a:off x="838200" y="1143848"/>
            <a:ext cx="10515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 userDrawn="1"/>
        </p:nvCxnSpPr>
        <p:spPr>
          <a:xfrm>
            <a:off x="838200" y="6296092"/>
            <a:ext cx="105156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Shape 13" descr="C:\Documents and Settings\frederic\My Documents\My Pictures\Wallpaper Images\GSLAB_LOGO1-120x120.jpg"/>
          <p:cNvPicPr preferRelativeResize="0">
            <a:picLocks noChangeAspect="1"/>
          </p:cNvPicPr>
          <p:nvPr userDrawn="1"/>
        </p:nvPicPr>
        <p:blipFill rotWithShape="1">
          <a:blip r:embed="rId13">
            <a:alphaModFix/>
          </a:blip>
          <a:srcRect/>
          <a:stretch/>
        </p:blipFill>
        <p:spPr>
          <a:xfrm>
            <a:off x="11596536" y="6270925"/>
            <a:ext cx="561907" cy="561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842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</p:titleStyle>
    <p:bodyStyle>
      <a:lvl1pPr marL="144000" indent="-1440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6858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2pPr>
      <a:lvl3pPr marL="11430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3pPr>
      <a:lvl4pPr marL="16002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4pPr>
      <a:lvl5pPr marL="20574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csdn.net/qq_36956923/article/details/105155649" TargetMode="External"/><Relationship Id="rId2" Type="http://schemas.openxmlformats.org/officeDocument/2006/relationships/hyperlink" Target="https://www.ece.ualberta.ca/~elliott/ee552/studentAppNotes/1998_w/Altera_UP1_Board_Map/vga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30"/>
            <a:ext cx="10515600" cy="2544296"/>
          </a:xfrm>
        </p:spPr>
        <p:txBody>
          <a:bodyPr anchor="t">
            <a:normAutofit/>
          </a:bodyPr>
          <a:lstStyle/>
          <a:p>
            <a:pPr>
              <a:lnSpc>
                <a:spcPct val="125000"/>
              </a:lnSpc>
            </a:pPr>
            <a:r>
              <a:rPr lang="zh-TW" altLang="en-US" sz="4000" b="0" dirty="0"/>
              <a:t>進度報告</a:t>
            </a:r>
            <a:br>
              <a:rPr lang="en-US" altLang="zh-TW" sz="4000" b="0" dirty="0"/>
            </a:br>
            <a:r>
              <a:rPr lang="en-US" altLang="zh-TW" sz="5300" b="0" dirty="0"/>
              <a:t>FPGA</a:t>
            </a:r>
            <a:r>
              <a:rPr lang="zh-TW" altLang="en-US" sz="5300" b="0" dirty="0"/>
              <a:t>專案練習</a:t>
            </a:r>
            <a:endParaRPr lang="zh-TW" altLang="en-US" sz="4000" b="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3933825"/>
            <a:ext cx="10515600" cy="2325461"/>
          </a:xfrm>
        </p:spPr>
        <p:txBody>
          <a:bodyPr numCol="3">
            <a:normAutofit/>
          </a:bodyPr>
          <a:lstStyle/>
          <a:p>
            <a:pPr algn="l"/>
            <a:r>
              <a:rPr lang="zh-TW" altLang="en-US" dirty="0"/>
              <a:t>負  責  人：吳紹郁</a:t>
            </a:r>
            <a:endParaRPr lang="en-US" altLang="zh-TW" dirty="0"/>
          </a:p>
          <a:p>
            <a:r>
              <a:rPr lang="zh-TW" altLang="en-US" dirty="0"/>
              <a:t>目前成員：吳紹郁</a:t>
            </a:r>
            <a:endParaRPr lang="en-US" altLang="zh-TW" dirty="0"/>
          </a:p>
          <a:p>
            <a:r>
              <a:rPr lang="zh-TW" altLang="en-US" dirty="0"/>
              <a:t>報告日期：</a:t>
            </a:r>
            <a:r>
              <a:rPr lang="en-US" altLang="zh-TW" dirty="0"/>
              <a:t>2025/03/21</a:t>
            </a:r>
          </a:p>
          <a:p>
            <a:r>
              <a:rPr lang="zh-TW" altLang="en-US" dirty="0"/>
              <a:t>開始日期：</a:t>
            </a:r>
            <a:r>
              <a:rPr lang="en-US" altLang="zh-TW" dirty="0"/>
              <a:t>2025/03/05</a:t>
            </a:r>
          </a:p>
          <a:p>
            <a:pPr algn="l"/>
            <a:r>
              <a:rPr lang="zh-TW" altLang="en-US" dirty="0"/>
              <a:t>結束日期：</a:t>
            </a:r>
            <a:r>
              <a:rPr lang="en-US" altLang="zh-TW" dirty="0"/>
              <a:t> 2025/03/21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56936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控管記錄 </a:t>
            </a:r>
            <a:r>
              <a:rPr lang="en-US" altLang="zh-TW" dirty="0"/>
              <a:t>-</a:t>
            </a:r>
            <a:r>
              <a:rPr lang="zh-TW" altLang="en-US" dirty="0"/>
              <a:t> </a:t>
            </a:r>
            <a:r>
              <a:rPr lang="en-US" altLang="zh-TW" dirty="0"/>
              <a:t>Git (2025/03/21)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1FCF472-7AF1-579C-3E54-CB4F4B8D0E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3149"/>
            <a:ext cx="12192000" cy="303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6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當週進度</a:t>
            </a:r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C954194-7545-122D-71B9-6CE1C7172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850"/>
            <a:ext cx="2880946" cy="503777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b="1" dirty="0"/>
              <a:t>十一月：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2024/11/10~2024/11/16</a:t>
            </a:r>
            <a:r>
              <a:rPr lang="zh-TW" altLang="en-US" b="1" dirty="0"/>
              <a:t>：                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理解計數器的動作原理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查詢相關計數器的資料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2024/11/17~2024/11/22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計數器的上下限原理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</a:t>
            </a:r>
            <a:r>
              <a:rPr lang="en-US" altLang="zh-TW" sz="1400" dirty="0"/>
              <a:t>8</a:t>
            </a:r>
            <a:r>
              <a:rPr lang="zh-TW" altLang="en-US" sz="1400" dirty="0"/>
              <a:t>位元的寫法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先用出上數，在用下數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完成第二題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做完相關簡報</a:t>
            </a:r>
            <a:endParaRPr lang="en-US" altLang="zh-TW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2024/11/23~2024/11/30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marL="0" lvl="1" indent="0">
              <a:lnSpc>
                <a:spcPct val="150000"/>
              </a:lnSpc>
              <a:buNone/>
            </a:pP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4B5195-6632-747A-8D09-F0330F948EEC}"/>
              </a:ext>
            </a:extLst>
          </p:cNvPr>
          <p:cNvSpPr txBox="1"/>
          <p:nvPr/>
        </p:nvSpPr>
        <p:spPr>
          <a:xfrm>
            <a:off x="3719146" y="1196067"/>
            <a:ext cx="2791485" cy="3327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BA11CA7-5AA9-A2DC-744D-B1C2E0900FA0}"/>
              </a:ext>
            </a:extLst>
          </p:cNvPr>
          <p:cNvSpPr txBox="1"/>
          <p:nvPr/>
        </p:nvSpPr>
        <p:spPr>
          <a:xfrm>
            <a:off x="6510631" y="1196067"/>
            <a:ext cx="2791485" cy="4943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一月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2025/01/13~2025/01/17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93CD34-C698-43FE-A23C-6A5A1B9ED655}"/>
              </a:ext>
            </a:extLst>
          </p:cNvPr>
          <p:cNvSpPr txBox="1"/>
          <p:nvPr/>
        </p:nvSpPr>
        <p:spPr>
          <a:xfrm>
            <a:off x="9302116" y="1109617"/>
            <a:ext cx="2791485" cy="32810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2025/03/12~2025/03/21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測試實體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成功點亮螢幕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820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/>
          <a:lstStyle/>
          <a:p>
            <a:r>
              <a:rPr lang="zh-TW" altLang="en-US" dirty="0"/>
              <a:t>進度統整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BE98A1-C6F7-B1B5-9A88-BE85C2F705C8}"/>
              </a:ext>
            </a:extLst>
          </p:cNvPr>
          <p:cNvSpPr txBox="1"/>
          <p:nvPr/>
        </p:nvSpPr>
        <p:spPr>
          <a:xfrm>
            <a:off x="3679497" y="1201850"/>
            <a:ext cx="2841297" cy="189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完成流程圖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FCFCA8-4D2D-16A3-7F23-AE432C5988E1}"/>
              </a:ext>
            </a:extLst>
          </p:cNvPr>
          <p:cNvSpPr txBox="1"/>
          <p:nvPr/>
        </p:nvSpPr>
        <p:spPr>
          <a:xfrm>
            <a:off x="6520794" y="1201850"/>
            <a:ext cx="2841297" cy="2634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一月：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2025/01/013~2025/01/17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完成第四題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完成第五題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完成第六題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373D98D-A0B6-D9F3-471E-F07E7BF1933B}"/>
              </a:ext>
            </a:extLst>
          </p:cNvPr>
          <p:cNvSpPr txBox="1"/>
          <p:nvPr/>
        </p:nvSpPr>
        <p:spPr>
          <a:xfrm>
            <a:off x="838200" y="1201850"/>
            <a:ext cx="284129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十一月：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2024/11/10~2024/11/16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完成第一題的簡報內容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2024/11/17~2024/11/22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做完相關簡報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2024/11/23~2024/11/30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圖的畫法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32F073-EBD3-D72A-42BB-68E153ADB0CA}"/>
              </a:ext>
            </a:extLst>
          </p:cNvPr>
          <p:cNvSpPr txBox="1"/>
          <p:nvPr/>
        </p:nvSpPr>
        <p:spPr>
          <a:xfrm>
            <a:off x="9362091" y="1201850"/>
            <a:ext cx="2791485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完成第七題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3396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</a:t>
            </a:r>
            <a:r>
              <a:rPr lang="zh-TW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週進度項目</a:t>
            </a:r>
            <a:r>
              <a:rPr lang="zh-TW" altLang="en-US" sz="3200" dirty="0"/>
              <a:t> </a:t>
            </a:r>
            <a:r>
              <a:rPr lang="en-US" altLang="zh-TW" sz="3200" dirty="0"/>
              <a:t>(</a:t>
            </a:r>
            <a:r>
              <a:rPr lang="en-US" altLang="zh-TW" sz="3200" dirty="0">
                <a:solidFill>
                  <a:srgbClr val="FF0000"/>
                </a:solidFill>
                <a:highlight>
                  <a:srgbClr val="FFFF00"/>
                </a:highlight>
              </a:rPr>
              <a:t>2025/03/21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470438C1-4BD6-5491-1387-144B2D153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1" y="1258360"/>
            <a:ext cx="10515600" cy="265272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F9838F81-C996-4D67-307E-8A8B47D62167}"/>
              </a:ext>
            </a:extLst>
          </p:cNvPr>
          <p:cNvSpPr/>
          <p:nvPr/>
        </p:nvSpPr>
        <p:spPr>
          <a:xfrm>
            <a:off x="3794760" y="2705100"/>
            <a:ext cx="2651760" cy="10591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BC3ECA-D38E-5620-75D3-B011293114BA}"/>
              </a:ext>
            </a:extLst>
          </p:cNvPr>
          <p:cNvSpPr txBox="1"/>
          <p:nvPr/>
        </p:nvSpPr>
        <p:spPr>
          <a:xfrm>
            <a:off x="3865244" y="4407445"/>
            <a:ext cx="67265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 err="1"/>
              <a:t>o_v_sync</a:t>
            </a:r>
            <a:r>
              <a:rPr lang="en-US" altLang="zh-TW" dirty="0"/>
              <a:t> </a:t>
            </a:r>
            <a:r>
              <a:rPr lang="zh-TW" altLang="en-US" dirty="0"/>
              <a:t>只會在 </a:t>
            </a:r>
            <a:r>
              <a:rPr lang="en-US" altLang="zh-TW" dirty="0" err="1"/>
              <a:t>v_count</a:t>
            </a:r>
            <a:r>
              <a:rPr lang="en-US" altLang="zh-TW" dirty="0"/>
              <a:t> = 637~642 </a:t>
            </a:r>
            <a:r>
              <a:rPr lang="zh-TW" altLang="en-US" dirty="0"/>
              <a:t>時為高態，其他時候為低態。</a:t>
            </a: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C828E8F8-F15B-9E1D-D1A7-A4AFC5931C55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16200000" flipH="1">
            <a:off x="5852999" y="3031921"/>
            <a:ext cx="643165" cy="2107882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1">
            <a:extLst>
              <a:ext uri="{FF2B5EF4-FFF2-40B4-BE49-F238E27FC236}">
                <a16:creationId xmlns:a16="http://schemas.microsoft.com/office/drawing/2014/main" id="{8B9D2861-96C0-ABA3-54D8-CE3CF7836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o_v_sync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只會在 </a:t>
            </a: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v_count = 637~642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時為高態，其他時候為低態 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2" name="Rectangle 2">
            <a:extLst>
              <a:ext uri="{FF2B5EF4-FFF2-40B4-BE49-F238E27FC236}">
                <a16:creationId xmlns:a16="http://schemas.microsoft.com/office/drawing/2014/main" id="{302F2DDF-AD56-F72E-CA8C-1F7FAFCD34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o_v_sync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只會在 </a:t>
            </a: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v_count = 637~642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時為高態，其他時候為低態 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3" name="Rectangle 3">
            <a:extLst>
              <a:ext uri="{FF2B5EF4-FFF2-40B4-BE49-F238E27FC236}">
                <a16:creationId xmlns:a16="http://schemas.microsoft.com/office/drawing/2014/main" id="{D74BC1FE-2F99-9A34-73CE-64668D9E54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o_v_sync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只會在 </a:t>
            </a:r>
            <a:r>
              <a:rPr kumimoji="0" lang="zh-TW" altLang="zh-TW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v_count = 637~642</a:t>
            </a:r>
            <a:r>
              <a:rPr kumimoji="0" lang="zh-TW" altLang="zh-TW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時為高態，其他時候為低態 </a:t>
            </a: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09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CE-9AE0-6BAC-024F-B5FF27B64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8540D88-B9FD-F644-90D1-39A3AE831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" y="1312738"/>
            <a:ext cx="10904220" cy="3363843"/>
          </a:xfrm>
          <a:prstGeom prst="rect">
            <a:avLst/>
          </a:prstGeo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7F04FCB5-97ED-F630-8EC0-F6CA29383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</a:t>
            </a:r>
            <a:r>
              <a:rPr lang="zh-TW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週進度項目</a:t>
            </a:r>
            <a:r>
              <a:rPr lang="zh-TW" altLang="en-US" sz="3200" dirty="0"/>
              <a:t> </a:t>
            </a:r>
            <a:r>
              <a:rPr lang="en-US" altLang="zh-TW" sz="3200" dirty="0"/>
              <a:t>(</a:t>
            </a:r>
            <a:r>
              <a:rPr lang="en-US" altLang="zh-TW" sz="3200" dirty="0">
                <a:solidFill>
                  <a:srgbClr val="FF0000"/>
                </a:solidFill>
                <a:highlight>
                  <a:srgbClr val="FFFF00"/>
                </a:highlight>
              </a:rPr>
              <a:t>2025/03/21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FEE79D-0A47-C448-6F9E-F6F0DC6E2DD0}"/>
              </a:ext>
            </a:extLst>
          </p:cNvPr>
          <p:cNvSpPr/>
          <p:nvPr/>
        </p:nvSpPr>
        <p:spPr>
          <a:xfrm>
            <a:off x="4655820" y="3429000"/>
            <a:ext cx="4282440" cy="5943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C4120E-9D5A-C315-62C3-2C791FBB1DB4}"/>
              </a:ext>
            </a:extLst>
          </p:cNvPr>
          <p:cNvSpPr txBox="1"/>
          <p:nvPr/>
        </p:nvSpPr>
        <p:spPr>
          <a:xfrm>
            <a:off x="6583680" y="5113020"/>
            <a:ext cx="27965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當</a:t>
            </a:r>
            <a:r>
              <a:rPr lang="en-US" altLang="zh-TW" dirty="0" err="1"/>
              <a:t>h_count</a:t>
            </a:r>
            <a:r>
              <a:rPr lang="zh-TW" altLang="en-US" dirty="0"/>
              <a:t>數到</a:t>
            </a:r>
            <a:r>
              <a:rPr lang="en-US" altLang="zh-TW" dirty="0"/>
              <a:t>1039</a:t>
            </a:r>
            <a:r>
              <a:rPr lang="zh-TW" altLang="en-US" dirty="0"/>
              <a:t>，歸</a:t>
            </a:r>
            <a:r>
              <a:rPr lang="en-US" altLang="zh-TW" dirty="0"/>
              <a:t>0</a:t>
            </a:r>
          </a:p>
          <a:p>
            <a:r>
              <a:rPr lang="zh-TW" altLang="en-US" dirty="0"/>
              <a:t>當</a:t>
            </a:r>
            <a:r>
              <a:rPr lang="en-US" altLang="zh-TW" dirty="0" err="1"/>
              <a:t>v_count</a:t>
            </a:r>
            <a:r>
              <a:rPr lang="zh-TW" altLang="en-US" dirty="0"/>
              <a:t>數到</a:t>
            </a:r>
            <a:r>
              <a:rPr lang="en-US" altLang="zh-TW" dirty="0"/>
              <a:t>665</a:t>
            </a:r>
            <a:r>
              <a:rPr lang="zh-TW" altLang="en-US" dirty="0"/>
              <a:t>，歸</a:t>
            </a:r>
            <a:r>
              <a:rPr lang="en-US" altLang="zh-TW" dirty="0"/>
              <a:t>0</a:t>
            </a:r>
          </a:p>
          <a:p>
            <a:endParaRPr lang="zh-TW" altLang="en-US" dirty="0"/>
          </a:p>
        </p:txBody>
      </p: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3F4A865B-E491-E4AF-D302-776997BF1293}"/>
              </a:ext>
            </a:extLst>
          </p:cNvPr>
          <p:cNvCxnSpPr>
            <a:stCxn id="11" idx="2"/>
            <a:endCxn id="5" idx="0"/>
          </p:cNvCxnSpPr>
          <p:nvPr/>
        </p:nvCxnSpPr>
        <p:spPr>
          <a:xfrm rot="16200000" flipH="1">
            <a:off x="6844665" y="3975735"/>
            <a:ext cx="1089660" cy="1184910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885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AF44B3F-4975-0548-4E14-FB55FF68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</a:t>
            </a:r>
            <a:r>
              <a:rPr lang="zh-TW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週進度項目</a:t>
            </a:r>
            <a:r>
              <a:rPr lang="zh-TW" altLang="en-US" sz="3200" dirty="0"/>
              <a:t> </a:t>
            </a:r>
            <a:r>
              <a:rPr lang="en-US" altLang="zh-TW" sz="3200" dirty="0"/>
              <a:t>(</a:t>
            </a:r>
            <a:r>
              <a:rPr lang="en-US" altLang="zh-TW" sz="3200" dirty="0">
                <a:solidFill>
                  <a:srgbClr val="FF0000"/>
                </a:solidFill>
                <a:highlight>
                  <a:srgbClr val="FFFF00"/>
                </a:highlight>
              </a:rPr>
              <a:t>2025/03/21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4" name="圖片 3" descr="一張含有 文字, 螢幕, 室內, 輸出裝置 的圖片&#10;&#10;AI 產生的內容可能不正確。">
            <a:extLst>
              <a:ext uri="{FF2B5EF4-FFF2-40B4-BE49-F238E27FC236}">
                <a16:creationId xmlns:a16="http://schemas.microsoft.com/office/drawing/2014/main" id="{15ECBEAA-BE35-94F8-A224-054FF80654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67" t="17667" r="16167" b="14389"/>
          <a:stretch/>
        </p:blipFill>
        <p:spPr>
          <a:xfrm>
            <a:off x="1066801" y="1268730"/>
            <a:ext cx="4594929" cy="2722245"/>
          </a:xfrm>
          <a:prstGeom prst="rect">
            <a:avLst/>
          </a:prstGeom>
        </p:spPr>
      </p:pic>
      <p:pic>
        <p:nvPicPr>
          <p:cNvPr id="6" name="圖片 5" descr="一張含有 文字, 電子產品, 陳列, 螢幕 的圖片&#10;&#10;AI 產生的內容可能不正確。">
            <a:extLst>
              <a:ext uri="{FF2B5EF4-FFF2-40B4-BE49-F238E27FC236}">
                <a16:creationId xmlns:a16="http://schemas.microsoft.com/office/drawing/2014/main" id="{C088DBED-BF89-116A-0946-2422E74549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75" t="6444"/>
          <a:stretch/>
        </p:blipFill>
        <p:spPr>
          <a:xfrm>
            <a:off x="5661730" y="1268730"/>
            <a:ext cx="3533819" cy="2277200"/>
          </a:xfrm>
          <a:prstGeom prst="rect">
            <a:avLst/>
          </a:prstGeom>
        </p:spPr>
      </p:pic>
      <p:pic>
        <p:nvPicPr>
          <p:cNvPr id="5" name="圖片 4" descr="一張含有 文字, 室內, 電腦, 輸出裝置 的圖片&#10;&#10;AI 產生的內容可能不正確。">
            <a:extLst>
              <a:ext uri="{FF2B5EF4-FFF2-40B4-BE49-F238E27FC236}">
                <a16:creationId xmlns:a16="http://schemas.microsoft.com/office/drawing/2014/main" id="{27C7A405-8C08-E07A-F770-8DC48A4A52C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5" t="30694" r="22812" b="12083"/>
          <a:stretch/>
        </p:blipFill>
        <p:spPr>
          <a:xfrm>
            <a:off x="5661730" y="3545930"/>
            <a:ext cx="3533818" cy="2722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370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參考資料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8347960-5B8F-EDC7-A3F5-B96346DC47DC}"/>
              </a:ext>
            </a:extLst>
          </p:cNvPr>
          <p:cNvSpPr txBox="1"/>
          <p:nvPr/>
        </p:nvSpPr>
        <p:spPr>
          <a:xfrm>
            <a:off x="152400" y="1257300"/>
            <a:ext cx="116128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TW" dirty="0"/>
              <a:t>VGA VHDL code </a:t>
            </a:r>
            <a:r>
              <a:rPr lang="en-US" altLang="zh-TW" dirty="0">
                <a:hlinkClick r:id="rId2"/>
              </a:rPr>
              <a:t>https://www.ece.ualberta.ca/~elliott/ee552/studentAppNotes/1998_w/Altera_UP1_Board_Map/vga.html</a:t>
            </a:r>
            <a:r>
              <a:rPr lang="en-US" altLang="zh-TW" dirty="0"/>
              <a:t> </a:t>
            </a:r>
          </a:p>
          <a:p>
            <a:pPr>
              <a:lnSpc>
                <a:spcPct val="200000"/>
              </a:lnSpc>
            </a:pPr>
            <a:r>
              <a:rPr lang="en-US" altLang="zh-CN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FPG</a:t>
            </a:r>
            <a:r>
              <a:rPr lang="zh-TW" altLang="en-US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實現</a:t>
            </a:r>
            <a:r>
              <a:rPr lang="en-US" altLang="zh-CN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VGA</a:t>
            </a:r>
            <a:r>
              <a:rPr lang="zh-TW" altLang="en-US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  <a:hlinkClick r:id="rId3"/>
              </a:rPr>
              <a:t>https://blog.csdn.net/qq_36956923/article/details/105155649</a:t>
            </a:r>
            <a:r>
              <a:rPr lang="zh-TW" altLang="en-US" i="0" dirty="0">
                <a:solidFill>
                  <a:srgbClr val="222226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9100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84535</TotalTime>
  <Words>425</Words>
  <Application>Microsoft Office PowerPoint</Application>
  <PresentationFormat>寬螢幕</PresentationFormat>
  <Paragraphs>90</Paragraphs>
  <Slides>8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4" baseType="lpstr">
      <vt:lpstr>Arial Unicode MS</vt:lpstr>
      <vt:lpstr>標楷體</vt:lpstr>
      <vt:lpstr>Arial</vt:lpstr>
      <vt:lpstr>Calibri</vt:lpstr>
      <vt:lpstr>Times New Roman</vt:lpstr>
      <vt:lpstr>Office 佈景主題</vt:lpstr>
      <vt:lpstr>進度報告 FPGA專案練習</vt:lpstr>
      <vt:lpstr>控管記錄 - Git (2025/03/21)</vt:lpstr>
      <vt:lpstr>當週進度</vt:lpstr>
      <vt:lpstr>進度統整</vt:lpstr>
      <vt:lpstr>成果展示 – 週進度項目 (2025/03/21)</vt:lpstr>
      <vt:lpstr>成果展示 – 週進度項目 (2025/03/21)</vt:lpstr>
      <vt:lpstr>成果展示 – 週進度項目 (2025/03/21)</vt:lpstr>
      <vt:lpstr>參考資料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專案進度報告 MQTT</dc:title>
  <dc:creator>User</dc:creator>
  <cp:lastModifiedBy>紹郁 吳</cp:lastModifiedBy>
  <cp:revision>3151</cp:revision>
  <dcterms:created xsi:type="dcterms:W3CDTF">2019-03-11T13:47:46Z</dcterms:created>
  <dcterms:modified xsi:type="dcterms:W3CDTF">2025-03-21T07:47:45Z</dcterms:modified>
</cp:coreProperties>
</file>