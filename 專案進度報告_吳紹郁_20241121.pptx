
<file path=[Content_Types].xml><?xml version="1.0" encoding="utf-8"?>
<Types xmlns="http://schemas.openxmlformats.org/package/2006/content-types"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3"/>
  </p:notesMasterIdLst>
  <p:handoutMasterIdLst>
    <p:handoutMasterId r:id="rId14"/>
  </p:handoutMasterIdLst>
  <p:sldIdLst>
    <p:sldId id="259" r:id="rId2"/>
    <p:sldId id="372" r:id="rId3"/>
    <p:sldId id="261" r:id="rId4"/>
    <p:sldId id="267" r:id="rId5"/>
    <p:sldId id="1257" r:id="rId6"/>
    <p:sldId id="1250" r:id="rId7"/>
    <p:sldId id="1256" r:id="rId8"/>
    <p:sldId id="1136" r:id="rId9"/>
    <p:sldId id="1143" r:id="rId10"/>
    <p:sldId id="302" r:id="rId11"/>
    <p:sldId id="271" r:id="rId12"/>
  </p:sldIdLst>
  <p:sldSz cx="12192000" cy="6858000"/>
  <p:notesSz cx="6858000" cy="9144000"/>
  <p:defaultTextStyle>
    <a:defPPr>
      <a:defRPr lang="zh-TW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首頁" id="{358C1436-8726-44E9-9674-06351113E5DF}">
          <p14:sldIdLst>
            <p14:sldId id="259"/>
          </p14:sldIdLst>
        </p14:section>
        <p14:section name="控管紀錄(Git)" id="{6A277EEA-9672-4024-8708-20A0F39A99C0}">
          <p14:sldIdLst>
            <p14:sldId id="372"/>
          </p14:sldIdLst>
        </p14:section>
        <p14:section name="進度統整" id="{9DD50ACF-4175-4751-9D6B-498445AED633}">
          <p14:sldIdLst>
            <p14:sldId id="261"/>
            <p14:sldId id="267"/>
          </p14:sldIdLst>
        </p14:section>
        <p14:section name="模組列表" id="{4734B755-1284-4D0A-BD14-DE31D9E9C0A3}">
          <p14:sldIdLst/>
        </p14:section>
        <p14:section name="系統分析" id="{9A21F2E2-4FC0-4A62-9703-93430BA9593A}">
          <p14:sldIdLst>
            <p14:sldId id="1257"/>
            <p14:sldId id="1250"/>
            <p14:sldId id="1256"/>
          </p14:sldIdLst>
        </p14:section>
        <p14:section name="專案架構" id="{1EBCE073-09FA-4CD3-BDCF-56A4EDB986FF}">
          <p14:sldIdLst>
            <p14:sldId id="1136"/>
          </p14:sldIdLst>
        </p14:section>
        <p14:section name="成果展示(yyyy/mm/dd)" id="{70DC3051-68F9-4DEC-9A31-AFAFBB0B0227}">
          <p14:sldIdLst>
            <p14:sldId id="1143"/>
          </p14:sldIdLst>
        </p14:section>
        <p14:section name="問題紀錄" id="{E54951B3-F25C-472E-B15E-EA7E37F6D2ED}">
          <p14:sldIdLst>
            <p14:sldId id="302"/>
          </p14:sldIdLst>
        </p14:section>
        <p14:section name="參考資料" id="{45BCF316-EF51-4D48-B1BE-363829FB5D01}">
          <p14:sldIdLst>
            <p14:sldId id="271"/>
          </p14:sldIdLst>
        </p14:section>
      </p14:sectionLst>
    </p:ex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F0000"/>
    <a:srgbClr val="0066FE"/>
    <a:srgbClr val="FFFFFF"/>
    <a:srgbClr val="7CAFDE"/>
    <a:srgbClr val="3886CC"/>
    <a:srgbClr val="66A2D8"/>
    <a:srgbClr val="FF6600"/>
    <a:srgbClr val="9751CB"/>
    <a:srgbClr val="6AA4D9"/>
    <a:srgbClr val="595959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8C9470E6-5277-4D5D-A208-B0FF75A58DF8}" v="50" dt="2024-11-19T15:31:35.619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等深淺樣式 2 - 輔色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073A0DAA-6AF3-43AB-8588-CEC1D06C72B9}" styleName="中等深淺樣式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21E4AEA4-8DFA-4A89-87EB-49C32662AFE0}" styleName="中等深淺樣式 2 - 輔色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F5AB1C69-6EDB-4FF4-983F-18BD219EF322}" styleName="中等深淺樣式 2 - 輔色 3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3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3"/>
          </a:solidFill>
        </a:fill>
      </a:tcStyle>
    </a:firstRow>
  </a:tblStyle>
  <a:tblStyle styleId="{EB344D84-9AFB-497E-A393-DC336BA19D2E}" styleName="中等深淺樣式 3 - 輔色 3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accent3"/>
          </a:solidFill>
        </a:fill>
      </a:tcStyle>
    </a:firstRow>
  </a:tblStyle>
  <a:tblStyle styleId="{D7AC3CCA-C797-4891-BE02-D94E43425B78}" styleName="中等深淺樣式 4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dk1"/>
              </a:solidFill>
            </a:ln>
          </a:left>
          <a:right>
            <a:ln w="12700" cmpd="sng">
              <a:solidFill>
                <a:schemeClr val="dk1"/>
              </a:solidFill>
            </a:ln>
          </a:right>
          <a:top>
            <a:ln w="12700" cmpd="sng">
              <a:solidFill>
                <a:schemeClr val="dk1"/>
              </a:solidFill>
            </a:ln>
          </a:top>
          <a:bottom>
            <a:ln w="12700" cmpd="sng">
              <a:solidFill>
                <a:schemeClr val="dk1"/>
              </a:solidFill>
            </a:ln>
          </a:bottom>
          <a:insideH>
            <a:ln w="12700" cmpd="sng">
              <a:solidFill>
                <a:schemeClr val="dk1"/>
              </a:solidFill>
            </a:ln>
          </a:insideH>
          <a:insideV>
            <a:ln w="12700" cmpd="sng">
              <a:solidFill>
                <a:schemeClr val="dk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dk1"/>
              </a:solidFill>
            </a:ln>
          </a:top>
        </a:tcBdr>
        <a:fill>
          <a:solidFill>
            <a:schemeClr val="dk1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dk1">
              <a:tint val="20000"/>
            </a:schemeClr>
          </a:solidFill>
        </a:fill>
      </a:tcStyle>
    </a:firstRow>
  </a:tblStyle>
  <a:tblStyle styleId="{8A107856-5554-42FB-B03E-39F5DBC370BA}" styleName="中等深淺樣式 4 - 輔色 2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2"/>
              </a:solidFill>
            </a:ln>
          </a:left>
          <a:right>
            <a:ln w="12700" cmpd="sng">
              <a:solidFill>
                <a:schemeClr val="accent2"/>
              </a:solidFill>
            </a:ln>
          </a:right>
          <a:top>
            <a:ln w="12700" cmpd="sng">
              <a:solidFill>
                <a:schemeClr val="accent2"/>
              </a:solidFill>
            </a:ln>
          </a:top>
          <a:bottom>
            <a:ln w="12700" cmpd="sng">
              <a:solidFill>
                <a:schemeClr val="accent2"/>
              </a:solidFill>
            </a:ln>
          </a:bottom>
          <a:insideH>
            <a:ln w="12700" cmpd="sng">
              <a:solidFill>
                <a:schemeClr val="accent2"/>
              </a:solidFill>
            </a:ln>
          </a:insideH>
          <a:insideV>
            <a:ln w="12700" cmpd="sng">
              <a:solidFill>
                <a:schemeClr val="accent2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2"/>
              </a:solidFill>
            </a:ln>
          </a:top>
        </a:tcBdr>
        <a:fill>
          <a:solidFill>
            <a:schemeClr val="accent2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2">
              <a:tint val="20000"/>
            </a:schemeClr>
          </a:solidFill>
        </a:fill>
      </a:tcStyle>
    </a:firstRow>
  </a:tblStyle>
  <a:tblStyle styleId="{2D5ABB26-0587-4C30-8999-92F81FD0307C}" styleName="無樣式、無格線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69C7853C-536D-4A76-A0AE-DD22124D55A5}" styleName="佈景主題樣式 1 - 輔色 3">
    <a:tblBg>
      <a:fillRef idx="2">
        <a:schemeClr val="accent3"/>
      </a:fillRef>
      <a:effectRef idx="1">
        <a:schemeClr val="accent3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Ref idx="1">
              <a:schemeClr val="accent3"/>
            </a:lnRef>
          </a:insideH>
          <a:insideV>
            <a:lnRef idx="1">
              <a:schemeClr val="accent3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3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</a:tcBdr>
        <a:fill>
          <a:solidFill>
            <a:schemeClr val="accent3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Ref idx="1">
              <a:schemeClr val="accent3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3"/>
            </a:lnRef>
          </a:left>
          <a:right>
            <a:lnRef idx="2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Ref idx="1">
              <a:schemeClr val="accent3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2">
              <a:schemeClr val="accent3"/>
            </a:lnRef>
          </a:top>
          <a:bottom>
            <a:lnRef idx="2">
              <a:schemeClr val="accent3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3"/>
          </a:solidFill>
        </a:fill>
      </a:tcStyle>
    </a:firstRow>
  </a:tblStyle>
  <a:tblStyle styleId="{3C2FFA5D-87B4-456A-9821-1D502468CF0F}" styleName="佈景主題樣式 1 - 輔色 1">
    <a:tblBg>
      <a:fillRef idx="2">
        <a:schemeClr val="accent1"/>
      </a:fillRef>
      <a:effectRef idx="1">
        <a:schemeClr val="accent1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Ref idx="1">
              <a:schemeClr val="accent1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  <a:fill>
          <a:solidFill>
            <a:schemeClr val="accent1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1"/>
            </a:lnRef>
          </a:left>
          <a:right>
            <a:lnRef idx="2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2">
              <a:schemeClr val="accent1"/>
            </a:lnRef>
          </a:top>
          <a:bottom>
            <a:lnRef idx="2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1"/>
          </a:solidFill>
        </a:fill>
      </a:tcStyle>
    </a:firstRow>
  </a:tblStyle>
  <a:tblStyle styleId="{35758FB7-9AC5-4552-8A53-C91805E547FA}" styleName="佈景主題樣式 1 - 輔色 5">
    <a:tblBg>
      <a:fillRef idx="2">
        <a:schemeClr val="accent5"/>
      </a:fillRef>
      <a:effectRef idx="1">
        <a:schemeClr val="accent5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5"/>
            </a:lnRef>
          </a:left>
          <a:right>
            <a:lnRef idx="1">
              <a:schemeClr val="accent5"/>
            </a:lnRef>
          </a:right>
          <a:top>
            <a:lnRef idx="1">
              <a:schemeClr val="accent5"/>
            </a:lnRef>
          </a:top>
          <a:bottom>
            <a:lnRef idx="1">
              <a:schemeClr val="accent5"/>
            </a:lnRef>
          </a:bottom>
          <a:insideH>
            <a:lnRef idx="1">
              <a:schemeClr val="accent5"/>
            </a:lnRef>
          </a:insideH>
          <a:insideV>
            <a:lnRef idx="1">
              <a:schemeClr val="accent5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5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5"/>
            </a:lnRef>
          </a:top>
          <a:bottom>
            <a:lnRef idx="1">
              <a:schemeClr val="accent5"/>
            </a:lnRef>
          </a:bottom>
        </a:tcBdr>
        <a:fill>
          <a:solidFill>
            <a:schemeClr val="accent5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5"/>
            </a:lnRef>
          </a:left>
          <a:right>
            <a:lnRef idx="1">
              <a:schemeClr val="accent5"/>
            </a:lnRef>
          </a:right>
          <a:top>
            <a:lnRef idx="1">
              <a:schemeClr val="accent5"/>
            </a:lnRef>
          </a:top>
          <a:bottom>
            <a:lnRef idx="1">
              <a:schemeClr val="accent5"/>
            </a:lnRef>
          </a:bottom>
          <a:insideH>
            <a:lnRef idx="1">
              <a:schemeClr val="accent5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5"/>
            </a:lnRef>
          </a:left>
          <a:right>
            <a:lnRef idx="2">
              <a:schemeClr val="accent5"/>
            </a:lnRef>
          </a:right>
          <a:top>
            <a:lnRef idx="1">
              <a:schemeClr val="accent5"/>
            </a:lnRef>
          </a:top>
          <a:bottom>
            <a:lnRef idx="1">
              <a:schemeClr val="accent5"/>
            </a:lnRef>
          </a:bottom>
          <a:insideH>
            <a:lnRef idx="1">
              <a:schemeClr val="accent5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5"/>
            </a:lnRef>
          </a:left>
          <a:right>
            <a:lnRef idx="1">
              <a:schemeClr val="accent5"/>
            </a:lnRef>
          </a:right>
          <a:top>
            <a:lnRef idx="2">
              <a:schemeClr val="accent5"/>
            </a:lnRef>
          </a:top>
          <a:bottom>
            <a:lnRef idx="2">
              <a:schemeClr val="accent5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5"/>
            </a:lnRef>
          </a:left>
          <a:right>
            <a:lnRef idx="1">
              <a:schemeClr val="accent5"/>
            </a:lnRef>
          </a:right>
          <a:top>
            <a:lnRef idx="1">
              <a:schemeClr val="accent5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5"/>
          </a:solidFill>
        </a:fill>
      </a:tcStyle>
    </a:firstRow>
  </a:tblStyle>
  <a:tblStyle styleId="{08FB837D-C827-4EFA-A057-4D05807E0F7C}" styleName="佈景主題樣式 1 - 輔色 6">
    <a:tblBg>
      <a:fillRef idx="2">
        <a:schemeClr val="accent6"/>
      </a:fillRef>
      <a:effectRef idx="1">
        <a:schemeClr val="accent6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  <a:insideH>
            <a:lnRef idx="1">
              <a:schemeClr val="accent6"/>
            </a:lnRef>
          </a:insideH>
          <a:insideV>
            <a:lnRef idx="1">
              <a:schemeClr val="accent6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6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</a:tcBdr>
        <a:fill>
          <a:solidFill>
            <a:schemeClr val="accent6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6"/>
            </a:lnRef>
          </a:left>
          <a:right>
            <a:lnRef idx="1">
              <a:schemeClr val="accent6"/>
            </a:lnRef>
          </a:right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  <a:insideH>
            <a:lnRef idx="1">
              <a:schemeClr val="accent6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6"/>
            </a:lnRef>
          </a:left>
          <a:right>
            <a:lnRef idx="2">
              <a:schemeClr val="accent6"/>
            </a:lnRef>
          </a:right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  <a:insideH>
            <a:lnRef idx="1">
              <a:schemeClr val="accent6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  <a:top>
            <a:lnRef idx="2">
              <a:schemeClr val="accent6"/>
            </a:lnRef>
          </a:top>
          <a:bottom>
            <a:lnRef idx="2">
              <a:schemeClr val="accent6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  <a:top>
            <a:lnRef idx="1">
              <a:schemeClr val="accent6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6"/>
          </a:solidFill>
        </a:fill>
      </a:tcStyle>
    </a:firstRow>
  </a:tblStyle>
  <a:tblStyle styleId="{306799F8-075E-4A3A-A7F6-7FBC6576F1A4}" styleName="佈景主題樣式 2 - 輔色 3">
    <a:tblBg>
      <a:fillRef idx="3">
        <a:schemeClr val="accent3"/>
      </a:fillRef>
      <a:effectRef idx="3">
        <a:schemeClr val="accent3"/>
      </a:effectRef>
    </a:tblBg>
    <a:wholeTbl>
      <a:tcTxStyle>
        <a:fontRef idx="minor">
          <a:scrgbClr r="0" g="0" b="0"/>
        </a:fontRef>
        <a:schemeClr val="lt1"/>
      </a:tcTxStyle>
      <a:tcStyle>
        <a:tcBdr>
          <a:left>
            <a:lnRef idx="1">
              <a:schemeClr val="accent3">
                <a:tint val="50000"/>
              </a:schemeClr>
            </a:lnRef>
          </a:left>
          <a:right>
            <a:lnRef idx="1">
              <a:schemeClr val="accent3">
                <a:tint val="50000"/>
              </a:schemeClr>
            </a:lnRef>
          </a:right>
          <a:top>
            <a:lnRef idx="1">
              <a:schemeClr val="accent3">
                <a:tint val="50000"/>
              </a:schemeClr>
            </a:lnRef>
          </a:top>
          <a:bottom>
            <a:lnRef idx="1">
              <a:schemeClr val="accent3">
                <a:tint val="50000"/>
              </a:schemeClr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lt1">
              <a:alpha val="20000"/>
            </a:schemeClr>
          </a:solidFill>
        </a:fill>
      </a:tcStyle>
    </a:band1H>
    <a:band1V>
      <a:tcStyle>
        <a:tcBdr/>
        <a:fill>
          <a:solidFill>
            <a:schemeClr val="lt1">
              <a:alpha val="20000"/>
            </a:schemeClr>
          </a:solidFill>
        </a:fill>
      </a:tcStyle>
    </a:band1V>
    <a:lastCol>
      <a:tcTxStyle b="on"/>
      <a:tcStyle>
        <a:tcBdr>
          <a:left>
            <a:lnRef idx="2">
              <a:schemeClr val="lt1"/>
            </a:lnRef>
          </a:left>
        </a:tcBdr>
      </a:tcStyle>
    </a:lastCol>
    <a:firstCol>
      <a:tcTxStyle b="on"/>
      <a:tcStyle>
        <a:tcBdr>
          <a:right>
            <a:lnRef idx="2">
              <a:schemeClr val="lt1"/>
            </a:lnRef>
          </a:right>
        </a:tcBdr>
      </a:tcStyle>
    </a:firstCol>
    <a:lastRow>
      <a:tcTxStyle b="on"/>
      <a:tcStyle>
        <a:tcBdr>
          <a:top>
            <a:lnRef idx="2">
              <a:schemeClr val="lt1"/>
            </a:lnRef>
          </a:top>
        </a:tcBdr>
        <a:fill>
          <a:noFill/>
        </a:fill>
      </a:tcStyle>
    </a:lastRow>
    <a:seCell>
      <a:tcStyle>
        <a:tcBdr>
          <a:left>
            <a:ln>
              <a:noFill/>
            </a:ln>
          </a:left>
          <a:top>
            <a:ln>
              <a:noFill/>
            </a:ln>
          </a:top>
        </a:tcBdr>
      </a:tcStyle>
    </a:seCell>
    <a:swCell>
      <a:tcStyle>
        <a:tcBdr>
          <a:right>
            <a:ln>
              <a:noFill/>
            </a:ln>
          </a:right>
          <a:top>
            <a:ln>
              <a:noFill/>
            </a:ln>
          </a:top>
        </a:tcBdr>
      </a:tcStyle>
    </a:swCell>
    <a:firstRow>
      <a:tcTxStyle b="on"/>
      <a:tcStyle>
        <a:tcBdr>
          <a:bottom>
            <a:lnRef idx="3">
              <a:schemeClr val="lt1"/>
            </a:lnRef>
          </a:bottom>
        </a:tcBdr>
        <a:fill>
          <a:noFill/>
        </a:fill>
      </a:tcStyle>
    </a:firstRow>
    <a:neCell>
      <a:tcStyle>
        <a:tcBdr>
          <a:bottom>
            <a:ln>
              <a:noFill/>
            </a:ln>
          </a:bottom>
        </a:tcBdr>
      </a:tcStyle>
    </a:neCell>
  </a:tblStyle>
  <a:tblStyle styleId="{F2DE63D5-997A-4646-A377-4702673A728D}" styleName="淺色樣式 2 - 輔色 3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</a:tcBdr>
      </a:tcStyle>
    </a:band1H>
    <a:band1V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</a:tcBdr>
      </a:tcStyle>
    </a:band1V>
    <a:band2V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3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3"/>
        </a:fillRef>
      </a:tcStyle>
    </a:firstRow>
  </a:tblStyle>
  <a:tblStyle styleId="{BC89EF96-8CEA-46FF-86C4-4CE0E7609802}" styleName="淺色樣式 3 - 輔色 1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 w="12700" cmpd="sng">
              <a:solidFill>
                <a:schemeClr val="accent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2539" autoAdjust="0"/>
    <p:restoredTop sz="94496" autoAdjust="0"/>
  </p:normalViewPr>
  <p:slideViewPr>
    <p:cSldViewPr snapToGrid="0">
      <p:cViewPr varScale="1">
        <p:scale>
          <a:sx n="109" d="100"/>
          <a:sy n="109" d="100"/>
        </p:scale>
        <p:origin x="810" y="318"/>
      </p:cViewPr>
      <p:guideLst/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50" d="100"/>
        <a:sy n="150" d="100"/>
      </p:scale>
      <p:origin x="0" y="0"/>
    </p:cViewPr>
  </p:notesTextViewPr>
  <p:notesViewPr>
    <p:cSldViewPr snapToGrid="0">
      <p:cViewPr varScale="1">
        <p:scale>
          <a:sx n="84" d="100"/>
          <a:sy n="84" d="100"/>
        </p:scale>
        <p:origin x="3828" y="102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notesMaster" Target="notesMasters/notesMaster1.xml"/><Relationship Id="rId1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viewProps" Target="viewProps.xml"/><Relationship Id="rId20" Type="http://schemas.microsoft.com/office/2015/10/relationships/revisionInfo" Target="revisionInfo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presProps" Target="presProps.xml"/><Relationship Id="rId10" Type="http://schemas.openxmlformats.org/officeDocument/2006/relationships/slide" Target="slides/slide9.xml"/><Relationship Id="rId19" Type="http://schemas.microsoft.com/office/2016/11/relationships/changesInfo" Target="changesInfos/changesInfo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handoutMaster" Target="handoutMasters/handoutMaster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紹郁 吳" userId="e3ece5eb2dd9dba5" providerId="LiveId" clId="{8C9470E6-5277-4D5D-A208-B0FF75A58DF8}"/>
    <pc:docChg chg="undo custSel delSld modSld modSection">
      <pc:chgData name="紹郁 吳" userId="e3ece5eb2dd9dba5" providerId="LiveId" clId="{8C9470E6-5277-4D5D-A208-B0FF75A58DF8}" dt="2024-11-19T15:41:27.187" v="385" actId="20577"/>
      <pc:docMkLst>
        <pc:docMk/>
      </pc:docMkLst>
      <pc:sldChg chg="modSp mod">
        <pc:chgData name="紹郁 吳" userId="e3ece5eb2dd9dba5" providerId="LiveId" clId="{8C9470E6-5277-4D5D-A208-B0FF75A58DF8}" dt="2024-11-17T16:43:36.097" v="48" actId="20577"/>
        <pc:sldMkLst>
          <pc:docMk/>
          <pc:sldMk cId="4056936614" sldId="259"/>
        </pc:sldMkLst>
        <pc:spChg chg="mod">
          <ac:chgData name="紹郁 吳" userId="e3ece5eb2dd9dba5" providerId="LiveId" clId="{8C9470E6-5277-4D5D-A208-B0FF75A58DF8}" dt="2024-11-17T16:43:36.097" v="48" actId="20577"/>
          <ac:spMkLst>
            <pc:docMk/>
            <pc:sldMk cId="4056936614" sldId="259"/>
            <ac:spMk id="3" creationId="{00000000-0000-0000-0000-000000000000}"/>
          </ac:spMkLst>
        </pc:spChg>
      </pc:sldChg>
      <pc:sldChg chg="del">
        <pc:chgData name="紹郁 吳" userId="e3ece5eb2dd9dba5" providerId="LiveId" clId="{8C9470E6-5277-4D5D-A208-B0FF75A58DF8}" dt="2024-11-17T16:44:53.037" v="72" actId="2696"/>
        <pc:sldMkLst>
          <pc:docMk/>
          <pc:sldMk cId="2460776231" sldId="269"/>
        </pc:sldMkLst>
      </pc:sldChg>
      <pc:sldChg chg="modSp mod">
        <pc:chgData name="紹郁 吳" userId="e3ece5eb2dd9dba5" providerId="LiveId" clId="{8C9470E6-5277-4D5D-A208-B0FF75A58DF8}" dt="2024-11-19T15:40:30.882" v="353" actId="20577"/>
        <pc:sldMkLst>
          <pc:docMk/>
          <pc:sldMk cId="1406203448" sldId="614"/>
        </pc:sldMkLst>
        <pc:spChg chg="mod">
          <ac:chgData name="紹郁 吳" userId="e3ece5eb2dd9dba5" providerId="LiveId" clId="{8C9470E6-5277-4D5D-A208-B0FF75A58DF8}" dt="2024-11-19T15:40:30.882" v="353" actId="20577"/>
          <ac:spMkLst>
            <pc:docMk/>
            <pc:sldMk cId="1406203448" sldId="614"/>
            <ac:spMk id="3" creationId="{00000000-0000-0000-0000-000000000000}"/>
          </ac:spMkLst>
        </pc:spChg>
        <pc:spChg chg="mod">
          <ac:chgData name="紹郁 吳" userId="e3ece5eb2dd9dba5" providerId="LiveId" clId="{8C9470E6-5277-4D5D-A208-B0FF75A58DF8}" dt="2024-11-19T15:29:37.426" v="280" actId="6549"/>
          <ac:spMkLst>
            <pc:docMk/>
            <pc:sldMk cId="1406203448" sldId="614"/>
            <ac:spMk id="4" creationId="{00000000-0000-0000-0000-000000000000}"/>
          </ac:spMkLst>
        </pc:spChg>
      </pc:sldChg>
      <pc:sldChg chg="del">
        <pc:chgData name="紹郁 吳" userId="e3ece5eb2dd9dba5" providerId="LiveId" clId="{8C9470E6-5277-4D5D-A208-B0FF75A58DF8}" dt="2024-11-17T16:43:51.363" v="50" actId="2696"/>
        <pc:sldMkLst>
          <pc:docMk/>
          <pc:sldMk cId="3843903932" sldId="615"/>
        </pc:sldMkLst>
      </pc:sldChg>
      <pc:sldChg chg="addSp modSp mod">
        <pc:chgData name="紹郁 吳" userId="e3ece5eb2dd9dba5" providerId="LiveId" clId="{8C9470E6-5277-4D5D-A208-B0FF75A58DF8}" dt="2024-11-19T15:40:53.376" v="363" actId="20577"/>
        <pc:sldMkLst>
          <pc:docMk/>
          <pc:sldMk cId="3742601282" sldId="1136"/>
        </pc:sldMkLst>
        <pc:spChg chg="add mod">
          <ac:chgData name="紹郁 吳" userId="e3ece5eb2dd9dba5" providerId="LiveId" clId="{8C9470E6-5277-4D5D-A208-B0FF75A58DF8}" dt="2024-11-19T14:50:30.484" v="80"/>
          <ac:spMkLst>
            <pc:docMk/>
            <pc:sldMk cId="3742601282" sldId="1136"/>
            <ac:spMk id="2" creationId="{31ACCFD5-2DD2-AE52-7725-210CEF34BABC}"/>
          </ac:spMkLst>
        </pc:spChg>
        <pc:spChg chg="mod">
          <ac:chgData name="紹郁 吳" userId="e3ece5eb2dd9dba5" providerId="LiveId" clId="{8C9470E6-5277-4D5D-A208-B0FF75A58DF8}" dt="2024-11-19T15:40:53.376" v="363" actId="20577"/>
          <ac:spMkLst>
            <pc:docMk/>
            <pc:sldMk cId="3742601282" sldId="1136"/>
            <ac:spMk id="3" creationId="{00000000-0000-0000-0000-000000000000}"/>
          </ac:spMkLst>
        </pc:spChg>
        <pc:spChg chg="add mod">
          <ac:chgData name="紹郁 吳" userId="e3ece5eb2dd9dba5" providerId="LiveId" clId="{8C9470E6-5277-4D5D-A208-B0FF75A58DF8}" dt="2024-11-19T14:50:30.484" v="80"/>
          <ac:spMkLst>
            <pc:docMk/>
            <pc:sldMk cId="3742601282" sldId="1136"/>
            <ac:spMk id="4" creationId="{F68216F2-9F45-725F-693B-B6924009A534}"/>
          </ac:spMkLst>
        </pc:spChg>
        <pc:spChg chg="add mod">
          <ac:chgData name="紹郁 吳" userId="e3ece5eb2dd9dba5" providerId="LiveId" clId="{8C9470E6-5277-4D5D-A208-B0FF75A58DF8}" dt="2024-11-19T14:50:30.484" v="80"/>
          <ac:spMkLst>
            <pc:docMk/>
            <pc:sldMk cId="3742601282" sldId="1136"/>
            <ac:spMk id="6" creationId="{133675FC-7B82-EF84-7791-C4B26BC41BAD}"/>
          </ac:spMkLst>
        </pc:spChg>
        <pc:spChg chg="add mod">
          <ac:chgData name="紹郁 吳" userId="e3ece5eb2dd9dba5" providerId="LiveId" clId="{8C9470E6-5277-4D5D-A208-B0FF75A58DF8}" dt="2024-11-19T14:50:30.484" v="80"/>
          <ac:spMkLst>
            <pc:docMk/>
            <pc:sldMk cId="3742601282" sldId="1136"/>
            <ac:spMk id="8" creationId="{BD51354D-9F92-43AA-35A3-ABBDBDA1D661}"/>
          </ac:spMkLst>
        </pc:spChg>
        <pc:spChg chg="add mod">
          <ac:chgData name="紹郁 吳" userId="e3ece5eb2dd9dba5" providerId="LiveId" clId="{8C9470E6-5277-4D5D-A208-B0FF75A58DF8}" dt="2024-11-19T14:50:30.484" v="80"/>
          <ac:spMkLst>
            <pc:docMk/>
            <pc:sldMk cId="3742601282" sldId="1136"/>
            <ac:spMk id="9" creationId="{7BA8A159-3DFA-C561-4592-D246809727C8}"/>
          </ac:spMkLst>
        </pc:spChg>
        <pc:spChg chg="add mod">
          <ac:chgData name="紹郁 吳" userId="e3ece5eb2dd9dba5" providerId="LiveId" clId="{8C9470E6-5277-4D5D-A208-B0FF75A58DF8}" dt="2024-11-19T14:50:30.484" v="80"/>
          <ac:spMkLst>
            <pc:docMk/>
            <pc:sldMk cId="3742601282" sldId="1136"/>
            <ac:spMk id="10" creationId="{C6C2D04C-9E29-E858-3F54-09BA27F0BD71}"/>
          </ac:spMkLst>
        </pc:spChg>
        <pc:cxnChg chg="add mod">
          <ac:chgData name="紹郁 吳" userId="e3ece5eb2dd9dba5" providerId="LiveId" clId="{8C9470E6-5277-4D5D-A208-B0FF75A58DF8}" dt="2024-11-19T14:50:30.484" v="80"/>
          <ac:cxnSpMkLst>
            <pc:docMk/>
            <pc:sldMk cId="3742601282" sldId="1136"/>
            <ac:cxnSpMk id="5" creationId="{D956F459-8900-A3E1-279B-1BCCF31DDDD2}"/>
          </ac:cxnSpMkLst>
        </pc:cxnChg>
        <pc:cxnChg chg="add mod">
          <ac:chgData name="紹郁 吳" userId="e3ece5eb2dd9dba5" providerId="LiveId" clId="{8C9470E6-5277-4D5D-A208-B0FF75A58DF8}" dt="2024-11-19T14:50:30.484" v="80"/>
          <ac:cxnSpMkLst>
            <pc:docMk/>
            <pc:sldMk cId="3742601282" sldId="1136"/>
            <ac:cxnSpMk id="7" creationId="{8EEA0811-2EAC-60A8-365A-AB791E954BD4}"/>
          </ac:cxnSpMkLst>
        </pc:cxnChg>
        <pc:cxnChg chg="add mod">
          <ac:chgData name="紹郁 吳" userId="e3ece5eb2dd9dba5" providerId="LiveId" clId="{8C9470E6-5277-4D5D-A208-B0FF75A58DF8}" dt="2024-11-19T14:50:30.484" v="80"/>
          <ac:cxnSpMkLst>
            <pc:docMk/>
            <pc:sldMk cId="3742601282" sldId="1136"/>
            <ac:cxnSpMk id="11" creationId="{DAD6A463-0107-DF76-A726-B22617B3E5D9}"/>
          </ac:cxnSpMkLst>
        </pc:cxnChg>
      </pc:sldChg>
      <pc:sldChg chg="modSp mod">
        <pc:chgData name="紹郁 吳" userId="e3ece5eb2dd9dba5" providerId="LiveId" clId="{8C9470E6-5277-4D5D-A208-B0FF75A58DF8}" dt="2024-11-19T15:41:27.187" v="385" actId="20577"/>
        <pc:sldMkLst>
          <pc:docMk/>
          <pc:sldMk cId="2590588513" sldId="1142"/>
        </pc:sldMkLst>
        <pc:spChg chg="mod">
          <ac:chgData name="紹郁 吳" userId="e3ece5eb2dd9dba5" providerId="LiveId" clId="{8C9470E6-5277-4D5D-A208-B0FF75A58DF8}" dt="2024-11-17T16:44:46.131" v="71" actId="5793"/>
          <ac:spMkLst>
            <pc:docMk/>
            <pc:sldMk cId="2590588513" sldId="1142"/>
            <ac:spMk id="2" creationId="{00000000-0000-0000-0000-000000000000}"/>
          </ac:spMkLst>
        </pc:spChg>
        <pc:spChg chg="mod">
          <ac:chgData name="紹郁 吳" userId="e3ece5eb2dd9dba5" providerId="LiveId" clId="{8C9470E6-5277-4D5D-A208-B0FF75A58DF8}" dt="2024-11-19T15:41:27.187" v="385" actId="20577"/>
          <ac:spMkLst>
            <pc:docMk/>
            <pc:sldMk cId="2590588513" sldId="1142"/>
            <ac:spMk id="3" creationId="{00000000-0000-0000-0000-000000000000}"/>
          </ac:spMkLst>
        </pc:spChg>
      </pc:sldChg>
      <pc:sldChg chg="addSp modSp mod">
        <pc:chgData name="紹郁 吳" userId="e3ece5eb2dd9dba5" providerId="LiveId" clId="{8C9470E6-5277-4D5D-A208-B0FF75A58DF8}" dt="2024-11-19T15:41:08.663" v="373" actId="20577"/>
        <pc:sldMkLst>
          <pc:docMk/>
          <pc:sldMk cId="2648098688" sldId="1143"/>
        </pc:sldMkLst>
        <pc:spChg chg="mod">
          <ac:chgData name="紹郁 吳" userId="e3ece5eb2dd9dba5" providerId="LiveId" clId="{8C9470E6-5277-4D5D-A208-B0FF75A58DF8}" dt="2024-11-19T15:41:08.663" v="373" actId="20577"/>
          <ac:spMkLst>
            <pc:docMk/>
            <pc:sldMk cId="2648098688" sldId="1143"/>
            <ac:spMk id="3" creationId="{00000000-0000-0000-0000-000000000000}"/>
          </ac:spMkLst>
        </pc:spChg>
        <pc:picChg chg="add mod">
          <ac:chgData name="紹郁 吳" userId="e3ece5eb2dd9dba5" providerId="LiveId" clId="{8C9470E6-5277-4D5D-A208-B0FF75A58DF8}" dt="2024-11-19T15:16:49.085" v="240"/>
          <ac:picMkLst>
            <pc:docMk/>
            <pc:sldMk cId="2648098688" sldId="1143"/>
            <ac:picMk id="2" creationId="{5946452B-7196-5F06-8C2C-CCF067C84DBE}"/>
          </ac:picMkLst>
        </pc:picChg>
      </pc:sldChg>
      <pc:sldChg chg="addSp modSp mod">
        <pc:chgData name="紹郁 吳" userId="e3ece5eb2dd9dba5" providerId="LiveId" clId="{8C9470E6-5277-4D5D-A208-B0FF75A58DF8}" dt="2024-11-19T15:39:52.817" v="329" actId="20577"/>
        <pc:sldMkLst>
          <pc:docMk/>
          <pc:sldMk cId="2502779554" sldId="1147"/>
        </pc:sldMkLst>
        <pc:spChg chg="add mod">
          <ac:chgData name="紹郁 吳" userId="e3ece5eb2dd9dba5" providerId="LiveId" clId="{8C9470E6-5277-4D5D-A208-B0FF75A58DF8}" dt="2024-11-19T14:58:06.297" v="102" actId="20577"/>
          <ac:spMkLst>
            <pc:docMk/>
            <pc:sldMk cId="2502779554" sldId="1147"/>
            <ac:spMk id="2" creationId="{F4992442-AF8A-BEE3-A355-1AC21511EF68}"/>
          </ac:spMkLst>
        </pc:spChg>
        <pc:spChg chg="mod">
          <ac:chgData name="紹郁 吳" userId="e3ece5eb2dd9dba5" providerId="LiveId" clId="{8C9470E6-5277-4D5D-A208-B0FF75A58DF8}" dt="2024-11-19T15:39:52.817" v="329" actId="20577"/>
          <ac:spMkLst>
            <pc:docMk/>
            <pc:sldMk cId="2502779554" sldId="1147"/>
            <ac:spMk id="3" creationId="{00000000-0000-0000-0000-000000000000}"/>
          </ac:spMkLst>
        </pc:spChg>
        <pc:spChg chg="add mod">
          <ac:chgData name="紹郁 吳" userId="e3ece5eb2dd9dba5" providerId="LiveId" clId="{8C9470E6-5277-4D5D-A208-B0FF75A58DF8}" dt="2024-11-19T15:14:57.051" v="231" actId="1076"/>
          <ac:spMkLst>
            <pc:docMk/>
            <pc:sldMk cId="2502779554" sldId="1147"/>
            <ac:spMk id="7" creationId="{4A7F0726-8109-FE5E-492A-BAEC5F961854}"/>
          </ac:spMkLst>
        </pc:spChg>
        <pc:spChg chg="add mod">
          <ac:chgData name="紹郁 吳" userId="e3ece5eb2dd9dba5" providerId="LiveId" clId="{8C9470E6-5277-4D5D-A208-B0FF75A58DF8}" dt="2024-11-19T15:15:25.622" v="235"/>
          <ac:spMkLst>
            <pc:docMk/>
            <pc:sldMk cId="2502779554" sldId="1147"/>
            <ac:spMk id="8" creationId="{50728CBF-B79A-427F-32FD-84C062F9FFE2}"/>
          </ac:spMkLst>
        </pc:spChg>
        <pc:spChg chg="add mod">
          <ac:chgData name="紹郁 吳" userId="e3ece5eb2dd9dba5" providerId="LiveId" clId="{8C9470E6-5277-4D5D-A208-B0FF75A58DF8}" dt="2024-11-19T15:15:13.388" v="234"/>
          <ac:spMkLst>
            <pc:docMk/>
            <pc:sldMk cId="2502779554" sldId="1147"/>
            <ac:spMk id="9" creationId="{A22A0DA9-3718-D8E7-7C11-593DB2E1CE31}"/>
          </ac:spMkLst>
        </pc:spChg>
        <pc:spChg chg="add mod">
          <ac:chgData name="紹郁 吳" userId="e3ece5eb2dd9dba5" providerId="LiveId" clId="{8C9470E6-5277-4D5D-A208-B0FF75A58DF8}" dt="2024-11-19T15:15:51.780" v="239" actId="1076"/>
          <ac:spMkLst>
            <pc:docMk/>
            <pc:sldMk cId="2502779554" sldId="1147"/>
            <ac:spMk id="10" creationId="{7213A2D9-A149-B4A7-20FE-3C72B73C67E3}"/>
          </ac:spMkLst>
        </pc:spChg>
        <pc:graphicFrameChg chg="add mod modGraphic">
          <ac:chgData name="紹郁 吳" userId="e3ece5eb2dd9dba5" providerId="LiveId" clId="{8C9470E6-5277-4D5D-A208-B0FF75A58DF8}" dt="2024-11-19T15:09:07.718" v="171" actId="1076"/>
          <ac:graphicFrameMkLst>
            <pc:docMk/>
            <pc:sldMk cId="2502779554" sldId="1147"/>
            <ac:graphicFrameMk id="4" creationId="{81DE665A-D14F-5543-FF34-375924F4E2D2}"/>
          </ac:graphicFrameMkLst>
        </pc:graphicFrameChg>
        <pc:graphicFrameChg chg="add mod modGraphic">
          <ac:chgData name="紹郁 吳" userId="e3ece5eb2dd9dba5" providerId="LiveId" clId="{8C9470E6-5277-4D5D-A208-B0FF75A58DF8}" dt="2024-11-19T15:09:27.732" v="174" actId="1076"/>
          <ac:graphicFrameMkLst>
            <pc:docMk/>
            <pc:sldMk cId="2502779554" sldId="1147"/>
            <ac:graphicFrameMk id="5" creationId="{7ED76D5F-DFAC-4910-9450-B0C871F0B41F}"/>
          </ac:graphicFrameMkLst>
        </pc:graphicFrameChg>
        <pc:graphicFrameChg chg="add mod modGraphic">
          <ac:chgData name="紹郁 吳" userId="e3ece5eb2dd9dba5" providerId="LiveId" clId="{8C9470E6-5277-4D5D-A208-B0FF75A58DF8}" dt="2024-11-19T15:12:29.215" v="227" actId="1076"/>
          <ac:graphicFrameMkLst>
            <pc:docMk/>
            <pc:sldMk cId="2502779554" sldId="1147"/>
            <ac:graphicFrameMk id="6" creationId="{5A2EF097-86B4-DDC0-CBD1-C5476C45769E}"/>
          </ac:graphicFrameMkLst>
        </pc:graphicFrameChg>
      </pc:sldChg>
      <pc:sldChg chg="addSp modSp mod">
        <pc:chgData name="紹郁 吳" userId="e3ece5eb2dd9dba5" providerId="LiveId" clId="{8C9470E6-5277-4D5D-A208-B0FF75A58DF8}" dt="2024-11-19T15:40:03.700" v="341" actId="20577"/>
        <pc:sldMkLst>
          <pc:docMk/>
          <pc:sldMk cId="4161202371" sldId="1250"/>
        </pc:sldMkLst>
        <pc:spChg chg="mod">
          <ac:chgData name="紹郁 吳" userId="e3ece5eb2dd9dba5" providerId="LiveId" clId="{8C9470E6-5277-4D5D-A208-B0FF75A58DF8}" dt="2024-11-19T15:40:03.700" v="341" actId="20577"/>
          <ac:spMkLst>
            <pc:docMk/>
            <pc:sldMk cId="4161202371" sldId="1250"/>
            <ac:spMk id="4" creationId="{00000000-0000-0000-0000-000000000000}"/>
          </ac:spMkLst>
        </pc:spChg>
        <pc:picChg chg="add mod">
          <ac:chgData name="紹郁 吳" userId="e3ece5eb2dd9dba5" providerId="LiveId" clId="{8C9470E6-5277-4D5D-A208-B0FF75A58DF8}" dt="2024-11-19T14:17:45.319" v="79" actId="14100"/>
          <ac:picMkLst>
            <pc:docMk/>
            <pc:sldMk cId="4161202371" sldId="1250"/>
            <ac:picMk id="3" creationId="{2F5A7906-D34B-47FE-114B-4EA2B7F7391F}"/>
          </ac:picMkLst>
        </pc:picChg>
      </pc:sldChg>
      <pc:sldChg chg="addSp modSp mod">
        <pc:chgData name="紹郁 吳" userId="e3ece5eb2dd9dba5" providerId="LiveId" clId="{8C9470E6-5277-4D5D-A208-B0FF75A58DF8}" dt="2024-11-19T15:40:38.393" v="355" actId="20577"/>
        <pc:sldMkLst>
          <pc:docMk/>
          <pc:sldMk cId="3649308563" sldId="1256"/>
        </pc:sldMkLst>
        <pc:spChg chg="add mod">
          <ac:chgData name="紹郁 吳" userId="e3ece5eb2dd9dba5" providerId="LiveId" clId="{8C9470E6-5277-4D5D-A208-B0FF75A58DF8}" dt="2024-11-19T15:30:45.658" v="285" actId="14100"/>
          <ac:spMkLst>
            <pc:docMk/>
            <pc:sldMk cId="3649308563" sldId="1256"/>
            <ac:spMk id="2" creationId="{76C8202B-4760-D9F5-7B49-B09DA39D7DE9}"/>
          </ac:spMkLst>
        </pc:spChg>
        <pc:spChg chg="mod">
          <ac:chgData name="紹郁 吳" userId="e3ece5eb2dd9dba5" providerId="LiveId" clId="{8C9470E6-5277-4D5D-A208-B0FF75A58DF8}" dt="2024-11-19T15:40:38.393" v="355" actId="20577"/>
          <ac:spMkLst>
            <pc:docMk/>
            <pc:sldMk cId="3649308563" sldId="1256"/>
            <ac:spMk id="4" creationId="{00000000-0000-0000-0000-000000000000}"/>
          </ac:spMkLst>
        </pc:spChg>
        <pc:spChg chg="mod">
          <ac:chgData name="紹郁 吳" userId="e3ece5eb2dd9dba5" providerId="LiveId" clId="{8C9470E6-5277-4D5D-A208-B0FF75A58DF8}" dt="2024-11-19T15:30:28.135" v="282" actId="14100"/>
          <ac:spMkLst>
            <pc:docMk/>
            <pc:sldMk cId="3649308563" sldId="1256"/>
            <ac:spMk id="5" creationId="{73089341-062A-3021-695F-FFA39B417CEC}"/>
          </ac:spMkLst>
        </pc:spChg>
        <pc:spChg chg="add mod">
          <ac:chgData name="紹郁 吳" userId="e3ece5eb2dd9dba5" providerId="LiveId" clId="{8C9470E6-5277-4D5D-A208-B0FF75A58DF8}" dt="2024-11-19T15:31:31.995" v="297" actId="122"/>
          <ac:spMkLst>
            <pc:docMk/>
            <pc:sldMk cId="3649308563" sldId="1256"/>
            <ac:spMk id="6" creationId="{7A9610FD-5705-AA98-C823-C5ECEE8E2B82}"/>
          </ac:spMkLst>
        </pc:spChg>
        <pc:spChg chg="add mod">
          <ac:chgData name="紹郁 吳" userId="e3ece5eb2dd9dba5" providerId="LiveId" clId="{8C9470E6-5277-4D5D-A208-B0FF75A58DF8}" dt="2024-11-19T15:31:45.216" v="305" actId="20577"/>
          <ac:spMkLst>
            <pc:docMk/>
            <pc:sldMk cId="3649308563" sldId="1256"/>
            <ac:spMk id="7" creationId="{317A700A-FA46-D96D-7C6D-4DC7B821109E}"/>
          </ac:spMkLst>
        </pc:spChg>
      </pc:sldChg>
      <pc:sldChg chg="del">
        <pc:chgData name="紹郁 吳" userId="e3ece5eb2dd9dba5" providerId="LiveId" clId="{8C9470E6-5277-4D5D-A208-B0FF75A58DF8}" dt="2024-11-17T16:43:48.942" v="49" actId="2696"/>
        <pc:sldMkLst>
          <pc:docMk/>
          <pc:sldMk cId="3556275576" sldId="1257"/>
        </pc:sldMkLst>
      </pc:sldChg>
    </pc:docChg>
  </pc:docChgLst>
</pc:chgInfo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頁首版面配置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zh-TW" altLang="en-US" dirty="0">
              <a:ea typeface="標楷體" panose="03000509000000000000" pitchFamily="65" charset="-120"/>
            </a:endParaRPr>
          </a:p>
        </p:txBody>
      </p:sp>
      <p:sp>
        <p:nvSpPr>
          <p:cNvPr id="3" name="日期版面配置區 2"/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7829F8E0-05F2-4742-BB97-D2E4F51035C8}" type="datetimeFigureOut">
              <a:rPr lang="zh-TW" altLang="en-US" smtClean="0">
                <a:ea typeface="標楷體" panose="03000509000000000000" pitchFamily="65" charset="-120"/>
              </a:rPr>
              <a:t>2025/2/6</a:t>
            </a:fld>
            <a:endParaRPr lang="zh-TW" altLang="en-US" dirty="0">
              <a:ea typeface="標楷體" panose="03000509000000000000" pitchFamily="65" charset="-120"/>
            </a:endParaRPr>
          </a:p>
        </p:txBody>
      </p:sp>
      <p:sp>
        <p:nvSpPr>
          <p:cNvPr id="4" name="頁尾版面配置區 3"/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zh-TW" altLang="en-US" dirty="0">
              <a:ea typeface="標楷體" panose="03000509000000000000" pitchFamily="65" charset="-120"/>
            </a:endParaRPr>
          </a:p>
        </p:txBody>
      </p:sp>
      <p:sp>
        <p:nvSpPr>
          <p:cNvPr id="5" name="投影片編號版面配置區 4"/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6EEDBFE4-86DF-49E3-AB07-98BBBFC45567}" type="slidenum">
              <a:rPr lang="zh-TW" altLang="en-US" smtClean="0">
                <a:ea typeface="標楷體" panose="03000509000000000000" pitchFamily="65" charset="-120"/>
              </a:rPr>
              <a:t>‹#›</a:t>
            </a:fld>
            <a:endParaRPr lang="zh-TW" altLang="en-US" dirty="0">
              <a:ea typeface="標楷體" panose="03000509000000000000" pitchFamily="65" charset="-120"/>
            </a:endParaRPr>
          </a:p>
        </p:txBody>
      </p:sp>
    </p:spTree>
    <p:extLst>
      <p:ext uri="{BB962C8B-B14F-4D97-AF65-F5344CB8AC3E}">
        <p14:creationId xmlns:p14="http://schemas.microsoft.com/office/powerpoint/2010/main" val="2009250446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頁首版面配置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>
                <a:ea typeface="標楷體" panose="03000509000000000000" pitchFamily="65" charset="-120"/>
              </a:defRPr>
            </a:lvl1pPr>
          </a:lstStyle>
          <a:p>
            <a:endParaRPr lang="zh-TW" altLang="en-US" dirty="0"/>
          </a:p>
        </p:txBody>
      </p:sp>
      <p:sp>
        <p:nvSpPr>
          <p:cNvPr id="3" name="日期版面配置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>
                <a:ea typeface="標楷體" panose="03000509000000000000" pitchFamily="65" charset="-120"/>
              </a:defRPr>
            </a:lvl1pPr>
          </a:lstStyle>
          <a:p>
            <a:fld id="{2CB905C5-9D54-40E2-B40C-7996280CAB02}" type="datetimeFigureOut">
              <a:rPr lang="zh-TW" altLang="en-US" smtClean="0"/>
              <a:pPr/>
              <a:t>2025/2/6</a:t>
            </a:fld>
            <a:endParaRPr lang="zh-TW" altLang="en-US" dirty="0"/>
          </a:p>
        </p:txBody>
      </p:sp>
      <p:sp>
        <p:nvSpPr>
          <p:cNvPr id="4" name="投影片圖像版面配置區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zh-TW" altLang="en-US" dirty="0"/>
          </a:p>
        </p:txBody>
      </p:sp>
      <p:sp>
        <p:nvSpPr>
          <p:cNvPr id="5" name="備忘稿版面配置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zh-TW" altLang="en-US" dirty="0"/>
              <a:t>編輯母片文字樣式</a:t>
            </a:r>
          </a:p>
          <a:p>
            <a:pPr lvl="1"/>
            <a:r>
              <a:rPr lang="zh-TW" altLang="en-US" dirty="0"/>
              <a:t>第二層</a:t>
            </a:r>
          </a:p>
          <a:p>
            <a:pPr lvl="2"/>
            <a:r>
              <a:rPr lang="zh-TW" altLang="en-US" dirty="0"/>
              <a:t>第三層</a:t>
            </a:r>
          </a:p>
          <a:p>
            <a:pPr lvl="3"/>
            <a:r>
              <a:rPr lang="zh-TW" altLang="en-US" dirty="0"/>
              <a:t>第四層</a:t>
            </a:r>
          </a:p>
          <a:p>
            <a:pPr lvl="4"/>
            <a:r>
              <a:rPr lang="zh-TW" altLang="en-US" dirty="0"/>
              <a:t>第五層</a:t>
            </a:r>
          </a:p>
        </p:txBody>
      </p:sp>
      <p:sp>
        <p:nvSpPr>
          <p:cNvPr id="6" name="頁尾版面配置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>
                <a:ea typeface="標楷體" panose="03000509000000000000" pitchFamily="65" charset="-120"/>
              </a:defRPr>
            </a:lvl1pPr>
          </a:lstStyle>
          <a:p>
            <a:endParaRPr lang="zh-TW" altLang="en-US" dirty="0"/>
          </a:p>
        </p:txBody>
      </p:sp>
      <p:sp>
        <p:nvSpPr>
          <p:cNvPr id="7" name="投影片編號版面配置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>
                <a:ea typeface="標楷體" panose="03000509000000000000" pitchFamily="65" charset="-120"/>
              </a:defRPr>
            </a:lvl1pPr>
          </a:lstStyle>
          <a:p>
            <a:fld id="{EF8A6B0B-A5FB-4629-B823-69B1A9EB3A43}" type="slidenum">
              <a:rPr lang="zh-TW" altLang="en-US" smtClean="0"/>
              <a:pPr/>
              <a:t>‹#›</a:t>
            </a:fld>
            <a:endParaRPr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374911736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標楷體" panose="03000509000000000000" pitchFamily="65" charset="-120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標楷體" panose="03000509000000000000" pitchFamily="65" charset="-120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標楷體" panose="03000509000000000000" pitchFamily="65" charset="-120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標楷體" panose="03000509000000000000" pitchFamily="65" charset="-120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標楷體" panose="03000509000000000000" pitchFamily="65" charset="-120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圖像版面配置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TW" altLang="en-US" dirty="0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F8A6B0B-A5FB-4629-B823-69B1A9EB3A43}" type="slidenum">
              <a:rPr lang="zh-TW" altLang="en-US" smtClean="0"/>
              <a:t>1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75118338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圖像版面配置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TW" altLang="en-US" dirty="0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F8A6B0B-A5FB-4629-B823-69B1A9EB3A43}" type="slidenum">
              <a:rPr lang="zh-TW" altLang="en-US" smtClean="0"/>
              <a:t>3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990272692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圖像版面配置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TW" altLang="en-US" dirty="0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F8A6B0B-A5FB-4629-B823-69B1A9EB3A43}" type="slidenum">
              <a:rPr lang="zh-TW" altLang="en-US" smtClean="0"/>
              <a:t>4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119710713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圖像版面配置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TW" altLang="en-US" dirty="0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F8A6B0B-A5FB-4629-B823-69B1A9EB3A43}" type="slidenum">
              <a:rPr lang="zh-TW" altLang="en-US" smtClean="0"/>
              <a:t>9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996966858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圖像版面配置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TW" altLang="en-US" dirty="0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F8A6B0B-A5FB-4629-B823-69B1A9EB3A43}" type="slidenum">
              <a:rPr lang="zh-TW" altLang="en-US" smtClean="0"/>
              <a:t>10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468277933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標題投影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副標題 2"/>
          <p:cNvSpPr>
            <a:spLocks noGrp="1"/>
          </p:cNvSpPr>
          <p:nvPr>
            <p:ph type="subTitle" idx="1"/>
          </p:nvPr>
        </p:nvSpPr>
        <p:spPr>
          <a:xfrm>
            <a:off x="838200" y="4295163"/>
            <a:ext cx="10515600" cy="1964122"/>
          </a:xfrm>
        </p:spPr>
        <p:txBody>
          <a:bodyPr>
            <a:normAutofit/>
          </a:bodyPr>
          <a:lstStyle>
            <a:lvl1pPr marL="0" indent="0" algn="l">
              <a:spcBef>
                <a:spcPts val="1000"/>
              </a:spcBef>
              <a:buNone/>
              <a:defRPr sz="20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zh-TW" altLang="en-US" dirty="0"/>
              <a:t>按一下以編輯母片副標題樣式</a:t>
            </a:r>
          </a:p>
        </p:txBody>
      </p:sp>
      <p:sp>
        <p:nvSpPr>
          <p:cNvPr id="2" name="標題 1"/>
          <p:cNvSpPr>
            <a:spLocks noGrp="1"/>
          </p:cNvSpPr>
          <p:nvPr>
            <p:ph type="ctrTitle"/>
          </p:nvPr>
        </p:nvSpPr>
        <p:spPr>
          <a:xfrm>
            <a:off x="838200" y="1389529"/>
            <a:ext cx="10515600" cy="2905634"/>
          </a:xfrm>
        </p:spPr>
        <p:txBody>
          <a:bodyPr anchor="t"/>
          <a:lstStyle>
            <a:lvl1pPr algn="ctr">
              <a:defRPr sz="6000"/>
            </a:lvl1pPr>
          </a:lstStyle>
          <a:p>
            <a:r>
              <a:rPr lang="zh-TW" altLang="en-US" dirty="0"/>
              <a:t>按一下以編輯母片標題樣式</a:t>
            </a:r>
          </a:p>
        </p:txBody>
      </p:sp>
      <p:sp>
        <p:nvSpPr>
          <p:cNvPr id="4" name="日期版面配置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C0CC965-A63A-473D-BEFB-C8F9714D5269}" type="datetimeFigureOut">
              <a:rPr lang="zh-TW" altLang="en-US" smtClean="0"/>
              <a:t>2025/2/6</a:t>
            </a:fld>
            <a:endParaRPr lang="zh-TW" altLang="en-US"/>
          </a:p>
        </p:txBody>
      </p:sp>
      <p:sp>
        <p:nvSpPr>
          <p:cNvPr id="5" name="頁尾版面配置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投影片編號版面配置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0F9E983-480B-48C5-9E0F-D21C0DFBB5C0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88951619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標題及物件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內容版面配置區 2"/>
          <p:cNvSpPr>
            <a:spLocks noGrp="1"/>
          </p:cNvSpPr>
          <p:nvPr>
            <p:ph idx="1"/>
          </p:nvPr>
        </p:nvSpPr>
        <p:spPr>
          <a:xfrm>
            <a:off x="838200" y="1201850"/>
            <a:ext cx="10515600" cy="5037776"/>
          </a:xfrm>
        </p:spPr>
        <p:txBody>
          <a:bodyPr>
            <a:normAutofit/>
          </a:bodyPr>
          <a:lstStyle>
            <a:lvl1pPr hangingPunct="0">
              <a:defRPr sz="1600"/>
            </a:lvl1pPr>
            <a:lvl2pPr hangingPunct="0">
              <a:defRPr sz="1600"/>
            </a:lvl2pPr>
            <a:lvl3pPr hangingPunct="0">
              <a:defRPr sz="1600"/>
            </a:lvl3pPr>
            <a:lvl4pPr hangingPunct="0">
              <a:defRPr sz="1600"/>
            </a:lvl4pPr>
            <a:lvl5pPr hangingPunct="0">
              <a:defRPr sz="1600"/>
            </a:lvl5pPr>
          </a:lstStyle>
          <a:p>
            <a:pPr lvl="0"/>
            <a:r>
              <a:rPr lang="zh-TW" altLang="en-US" dirty="0"/>
              <a:t>編輯母片文字樣式</a:t>
            </a:r>
          </a:p>
          <a:p>
            <a:pPr lvl="1"/>
            <a:r>
              <a:rPr lang="zh-TW" altLang="en-US" dirty="0"/>
              <a:t>第二層</a:t>
            </a:r>
          </a:p>
          <a:p>
            <a:pPr lvl="2"/>
            <a:r>
              <a:rPr lang="zh-TW" altLang="en-US" dirty="0"/>
              <a:t>第三層</a:t>
            </a:r>
          </a:p>
          <a:p>
            <a:pPr lvl="3"/>
            <a:r>
              <a:rPr lang="zh-TW" altLang="en-US" dirty="0"/>
              <a:t>第四層</a:t>
            </a:r>
          </a:p>
          <a:p>
            <a:pPr lvl="4"/>
            <a:r>
              <a:rPr lang="zh-TW" altLang="en-US" dirty="0"/>
              <a:t>第五層</a:t>
            </a:r>
          </a:p>
        </p:txBody>
      </p:sp>
      <p:sp>
        <p:nvSpPr>
          <p:cNvPr id="2" name="標題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b="1"/>
            </a:lvl1pPr>
          </a:lstStyle>
          <a:p>
            <a:r>
              <a:rPr lang="zh-TW" altLang="en-US" dirty="0"/>
              <a:t>按一下以編輯母片標題樣式</a:t>
            </a:r>
          </a:p>
        </p:txBody>
      </p:sp>
      <p:sp>
        <p:nvSpPr>
          <p:cNvPr id="4" name="日期版面配置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C0CC965-A63A-473D-BEFB-C8F9714D5269}" type="datetimeFigureOut">
              <a:rPr lang="zh-TW" altLang="en-US" smtClean="0"/>
              <a:t>2025/2/6</a:t>
            </a:fld>
            <a:endParaRPr lang="zh-TW" altLang="en-US"/>
          </a:p>
        </p:txBody>
      </p:sp>
      <p:sp>
        <p:nvSpPr>
          <p:cNvPr id="5" name="頁尾版面配置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投影片編號版面配置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0F9E983-480B-48C5-9E0F-D21C0DFBB5C0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85842644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章節標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文字版面配置區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TW" altLang="en-US"/>
              <a:t>編輯母片文字樣式</a:t>
            </a:r>
          </a:p>
        </p:txBody>
      </p:sp>
      <p:sp>
        <p:nvSpPr>
          <p:cNvPr id="4" name="日期版面配置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C0CC965-A63A-473D-BEFB-C8F9714D5269}" type="datetimeFigureOut">
              <a:rPr lang="zh-TW" altLang="en-US" smtClean="0"/>
              <a:t>2025/2/6</a:t>
            </a:fld>
            <a:endParaRPr lang="zh-TW" altLang="en-US"/>
          </a:p>
        </p:txBody>
      </p:sp>
      <p:sp>
        <p:nvSpPr>
          <p:cNvPr id="5" name="頁尾版面配置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投影片編號版面配置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0F9E983-480B-48C5-9E0F-D21C0DFBB5C0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93260614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兩項物件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內容版面配置區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zh-TW" altLang="en-US"/>
              <a:t>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內容版面配置區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zh-TW" altLang="en-US"/>
              <a:t>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5" name="日期版面配置區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C0CC965-A63A-473D-BEFB-C8F9714D5269}" type="datetimeFigureOut">
              <a:rPr lang="zh-TW" altLang="en-US" smtClean="0"/>
              <a:t>2025/2/6</a:t>
            </a:fld>
            <a:endParaRPr lang="zh-TW" altLang="en-US"/>
          </a:p>
        </p:txBody>
      </p:sp>
      <p:sp>
        <p:nvSpPr>
          <p:cNvPr id="6" name="頁尾版面配置區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7" name="投影片編號版面配置區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0F9E983-480B-48C5-9E0F-D21C0DFBB5C0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68149326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對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文字版面配置區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TW" altLang="en-US"/>
              <a:t>編輯母片文字樣式</a:t>
            </a:r>
          </a:p>
        </p:txBody>
      </p:sp>
      <p:sp>
        <p:nvSpPr>
          <p:cNvPr id="4" name="內容版面配置區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zh-TW" altLang="en-US"/>
              <a:t>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5" name="文字版面配置區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TW" altLang="en-US"/>
              <a:t>編輯母片文字樣式</a:t>
            </a:r>
          </a:p>
        </p:txBody>
      </p:sp>
      <p:sp>
        <p:nvSpPr>
          <p:cNvPr id="6" name="內容版面配置區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zh-TW" altLang="en-US"/>
              <a:t>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7" name="日期版面配置區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C0CC965-A63A-473D-BEFB-C8F9714D5269}" type="datetimeFigureOut">
              <a:rPr lang="zh-TW" altLang="en-US" smtClean="0"/>
              <a:t>2025/2/6</a:t>
            </a:fld>
            <a:endParaRPr lang="zh-TW" altLang="en-US"/>
          </a:p>
        </p:txBody>
      </p:sp>
      <p:sp>
        <p:nvSpPr>
          <p:cNvPr id="8" name="頁尾版面配置區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9" name="投影片編號版面配置區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0F9E983-480B-48C5-9E0F-D21C0DFBB5C0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88376708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只有標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日期版面配置區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C0CC965-A63A-473D-BEFB-C8F9714D5269}" type="datetimeFigureOut">
              <a:rPr lang="zh-TW" altLang="en-US" smtClean="0"/>
              <a:t>2025/2/6</a:t>
            </a:fld>
            <a:endParaRPr lang="zh-TW" altLang="en-US"/>
          </a:p>
        </p:txBody>
      </p:sp>
      <p:sp>
        <p:nvSpPr>
          <p:cNvPr id="4" name="頁尾版面配置區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5" name="投影片編號版面配置區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0F9E983-480B-48C5-9E0F-D21C0DFBB5C0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33663448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版面配置區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C0CC965-A63A-473D-BEFB-C8F9714D5269}" type="datetimeFigureOut">
              <a:rPr lang="zh-TW" altLang="en-US" smtClean="0"/>
              <a:t>2025/2/6</a:t>
            </a:fld>
            <a:endParaRPr lang="zh-TW" altLang="en-US"/>
          </a:p>
        </p:txBody>
      </p:sp>
      <p:sp>
        <p:nvSpPr>
          <p:cNvPr id="3" name="頁尾版面配置區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0F9E983-480B-48C5-9E0F-D21C0DFBB5C0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51183346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含標題的內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內容版面配置區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zh-TW" altLang="en-US"/>
              <a:t>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文字版面配置區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TW" altLang="en-US"/>
              <a:t>編輯母片文字樣式</a:t>
            </a:r>
          </a:p>
        </p:txBody>
      </p:sp>
      <p:sp>
        <p:nvSpPr>
          <p:cNvPr id="5" name="日期版面配置區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C0CC965-A63A-473D-BEFB-C8F9714D5269}" type="datetimeFigureOut">
              <a:rPr lang="zh-TW" altLang="en-US" smtClean="0"/>
              <a:t>2025/2/6</a:t>
            </a:fld>
            <a:endParaRPr lang="zh-TW" altLang="en-US"/>
          </a:p>
        </p:txBody>
      </p:sp>
      <p:sp>
        <p:nvSpPr>
          <p:cNvPr id="6" name="頁尾版面配置區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7" name="投影片編號版面配置區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0F9E983-480B-48C5-9E0F-D21C0DFBB5C0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426236874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含標題的圖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圖片版面配置區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zh-TW" altLang="en-US"/>
          </a:p>
        </p:txBody>
      </p:sp>
      <p:sp>
        <p:nvSpPr>
          <p:cNvPr id="4" name="文字版面配置區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TW" altLang="en-US"/>
              <a:t>編輯母片文字樣式</a:t>
            </a:r>
          </a:p>
        </p:txBody>
      </p:sp>
      <p:sp>
        <p:nvSpPr>
          <p:cNvPr id="5" name="日期版面配置區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C0CC965-A63A-473D-BEFB-C8F9714D5269}" type="datetimeFigureOut">
              <a:rPr lang="zh-TW" altLang="en-US" smtClean="0"/>
              <a:t>2025/2/6</a:t>
            </a:fld>
            <a:endParaRPr lang="zh-TW" altLang="en-US"/>
          </a:p>
        </p:txBody>
      </p:sp>
      <p:sp>
        <p:nvSpPr>
          <p:cNvPr id="6" name="頁尾版面配置區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7" name="投影片編號版面配置區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0F9E983-480B-48C5-9E0F-D21C0DFBB5C0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84184581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標題及直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直排文字版面配置區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zh-TW" altLang="en-US"/>
              <a:t>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日期版面配置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C0CC965-A63A-473D-BEFB-C8F9714D5269}" type="datetimeFigureOut">
              <a:rPr lang="zh-TW" altLang="en-US" smtClean="0"/>
              <a:t>2025/2/6</a:t>
            </a:fld>
            <a:endParaRPr lang="zh-TW" altLang="en-US"/>
          </a:p>
        </p:txBody>
      </p:sp>
      <p:sp>
        <p:nvSpPr>
          <p:cNvPr id="5" name="頁尾版面配置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投影片編號版面配置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0F9E983-480B-48C5-9E0F-D21C0DFBB5C0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71894335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直排標題及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直排標題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直排文字版面配置區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zh-TW" altLang="en-US"/>
              <a:t>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日期版面配置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C0CC965-A63A-473D-BEFB-C8F9714D5269}" type="datetimeFigureOut">
              <a:rPr lang="zh-TW" altLang="en-US" smtClean="0"/>
              <a:t>2025/2/6</a:t>
            </a:fld>
            <a:endParaRPr lang="zh-TW" altLang="en-US"/>
          </a:p>
        </p:txBody>
      </p:sp>
      <p:sp>
        <p:nvSpPr>
          <p:cNvPr id="5" name="頁尾版面配置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投影片編號版面配置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0F9E983-480B-48C5-9E0F-D21C0DFBB5C0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336410395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標題及物件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內容版面配置區 2"/>
          <p:cNvSpPr>
            <a:spLocks noGrp="1"/>
          </p:cNvSpPr>
          <p:nvPr>
            <p:ph idx="1"/>
          </p:nvPr>
        </p:nvSpPr>
        <p:spPr>
          <a:xfrm>
            <a:off x="838200" y="1204074"/>
            <a:ext cx="10515600" cy="4434726"/>
          </a:xfrm>
        </p:spPr>
        <p:txBody>
          <a:bodyPr>
            <a:normAutofit/>
          </a:bodyPr>
          <a:lstStyle>
            <a:lvl1pPr hangingPunct="0">
              <a:lnSpc>
                <a:spcPct val="100000"/>
              </a:lnSpc>
              <a:defRPr sz="1600"/>
            </a:lvl1pPr>
            <a:lvl2pPr hangingPunct="0">
              <a:defRPr sz="1600"/>
            </a:lvl2pPr>
            <a:lvl3pPr hangingPunct="0">
              <a:defRPr sz="1600"/>
            </a:lvl3pPr>
            <a:lvl4pPr hangingPunct="0">
              <a:defRPr sz="1600"/>
            </a:lvl4pPr>
            <a:lvl5pPr hangingPunct="0">
              <a:defRPr sz="1600"/>
            </a:lvl5pPr>
          </a:lstStyle>
          <a:p>
            <a:pPr lvl="0"/>
            <a:r>
              <a:rPr lang="zh-TW" altLang="en-US" dirty="0"/>
              <a:t>編輯母片文字樣式</a:t>
            </a:r>
          </a:p>
        </p:txBody>
      </p:sp>
      <p:sp>
        <p:nvSpPr>
          <p:cNvPr id="7" name="內容版面配置區 2"/>
          <p:cNvSpPr>
            <a:spLocks noGrp="1"/>
          </p:cNvSpPr>
          <p:nvPr>
            <p:ph idx="13"/>
          </p:nvPr>
        </p:nvSpPr>
        <p:spPr>
          <a:xfrm>
            <a:off x="838200" y="5638800"/>
            <a:ext cx="10515600" cy="600825"/>
          </a:xfrm>
        </p:spPr>
        <p:txBody>
          <a:bodyPr>
            <a:normAutofit/>
          </a:bodyPr>
          <a:lstStyle>
            <a:lvl1pPr hangingPunct="0">
              <a:lnSpc>
                <a:spcPct val="100000"/>
              </a:lnSpc>
              <a:spcBef>
                <a:spcPts val="0"/>
              </a:spcBef>
              <a:defRPr sz="1600"/>
            </a:lvl1pPr>
            <a:lvl2pPr hangingPunct="0">
              <a:defRPr sz="1600"/>
            </a:lvl2pPr>
            <a:lvl3pPr hangingPunct="0">
              <a:defRPr sz="1600"/>
            </a:lvl3pPr>
            <a:lvl4pPr hangingPunct="0">
              <a:defRPr sz="1600"/>
            </a:lvl4pPr>
            <a:lvl5pPr hangingPunct="0">
              <a:defRPr sz="1600"/>
            </a:lvl5pPr>
          </a:lstStyle>
          <a:p>
            <a:pPr lvl="0"/>
            <a:r>
              <a:rPr lang="zh-TW" altLang="en-US" dirty="0"/>
              <a:t>編輯母片文字樣式</a:t>
            </a:r>
          </a:p>
        </p:txBody>
      </p:sp>
      <p:sp>
        <p:nvSpPr>
          <p:cNvPr id="2" name="標題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b="1"/>
            </a:lvl1pPr>
          </a:lstStyle>
          <a:p>
            <a:r>
              <a:rPr lang="zh-TW" altLang="en-US" dirty="0"/>
              <a:t>按一下以編輯母片標題樣式</a:t>
            </a:r>
          </a:p>
        </p:txBody>
      </p:sp>
      <p:sp>
        <p:nvSpPr>
          <p:cNvPr id="4" name="日期版面配置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C0CC965-A63A-473D-BEFB-C8F9714D5269}" type="datetimeFigureOut">
              <a:rPr lang="zh-TW" altLang="en-US" smtClean="0"/>
              <a:t>2025/2/6</a:t>
            </a:fld>
            <a:endParaRPr lang="zh-TW" altLang="en-US"/>
          </a:p>
        </p:txBody>
      </p:sp>
      <p:sp>
        <p:nvSpPr>
          <p:cNvPr id="5" name="頁尾版面配置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投影片編號版面配置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0F9E983-480B-48C5-9E0F-D21C0DFBB5C0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69126516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image" Target="../media/image1.jp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文字版面配置區 2"/>
          <p:cNvSpPr>
            <a:spLocks noGrp="1"/>
          </p:cNvSpPr>
          <p:nvPr>
            <p:ph type="body" idx="1"/>
          </p:nvPr>
        </p:nvSpPr>
        <p:spPr>
          <a:xfrm>
            <a:off x="838200" y="1202572"/>
            <a:ext cx="10515600" cy="503705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TW" altLang="en-US" dirty="0"/>
              <a:t>編輯母片文字樣式</a:t>
            </a:r>
          </a:p>
          <a:p>
            <a:pPr lvl="1"/>
            <a:r>
              <a:rPr lang="zh-TW" altLang="en-US" dirty="0"/>
              <a:t>第二層</a:t>
            </a:r>
          </a:p>
          <a:p>
            <a:pPr lvl="2"/>
            <a:r>
              <a:rPr lang="zh-TW" altLang="en-US" dirty="0"/>
              <a:t>第三層</a:t>
            </a:r>
          </a:p>
          <a:p>
            <a:pPr lvl="3"/>
            <a:r>
              <a:rPr lang="zh-TW" altLang="en-US" dirty="0"/>
              <a:t>第四層</a:t>
            </a:r>
          </a:p>
          <a:p>
            <a:pPr lvl="4"/>
            <a:r>
              <a:rPr lang="zh-TW" altLang="en-US" dirty="0"/>
              <a:t>第五層</a:t>
            </a:r>
          </a:p>
        </p:txBody>
      </p:sp>
      <p:sp>
        <p:nvSpPr>
          <p:cNvPr id="2" name="標題版面配置區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720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TW" altLang="en-US" dirty="0"/>
              <a:t>按一下以編輯母片標題樣式</a:t>
            </a:r>
          </a:p>
        </p:txBody>
      </p:sp>
      <p:sp>
        <p:nvSpPr>
          <p:cNvPr id="4" name="日期版面配置區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 baseline="0">
                <a:solidFill>
                  <a:schemeClr val="tx1">
                    <a:tint val="75000"/>
                  </a:schemeClr>
                </a:solidFill>
                <a:latin typeface="Times New Roman" panose="02020603050405020304" pitchFamily="18" charset="0"/>
                <a:ea typeface="標楷體" panose="03000509000000000000" pitchFamily="65" charset="-120"/>
              </a:defRPr>
            </a:lvl1pPr>
          </a:lstStyle>
          <a:p>
            <a:fld id="{0C0CC965-A63A-473D-BEFB-C8F9714D5269}" type="datetimeFigureOut">
              <a:rPr lang="zh-TW" altLang="en-US" smtClean="0"/>
              <a:pPr/>
              <a:t>2025/2/6</a:t>
            </a:fld>
            <a:endParaRPr lang="zh-TW" altLang="en-US"/>
          </a:p>
        </p:txBody>
      </p:sp>
      <p:sp>
        <p:nvSpPr>
          <p:cNvPr id="5" name="頁尾版面配置區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 baseline="0">
                <a:solidFill>
                  <a:schemeClr val="tx1">
                    <a:tint val="75000"/>
                  </a:schemeClr>
                </a:solidFill>
                <a:latin typeface="Times New Roman" panose="02020603050405020304" pitchFamily="18" charset="0"/>
                <a:ea typeface="標楷體" panose="03000509000000000000" pitchFamily="65" charset="-120"/>
              </a:defRPr>
            </a:lvl1pPr>
          </a:lstStyle>
          <a:p>
            <a:endParaRPr lang="zh-TW" altLang="en-US"/>
          </a:p>
        </p:txBody>
      </p:sp>
      <p:sp>
        <p:nvSpPr>
          <p:cNvPr id="6" name="投影片編號版面配置區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 baseline="0">
                <a:solidFill>
                  <a:schemeClr val="tx1">
                    <a:tint val="75000"/>
                  </a:schemeClr>
                </a:solidFill>
                <a:latin typeface="Times New Roman" panose="02020603050405020304" pitchFamily="18" charset="0"/>
                <a:ea typeface="標楷體" panose="03000509000000000000" pitchFamily="65" charset="-120"/>
              </a:defRPr>
            </a:lvl1pPr>
          </a:lstStyle>
          <a:p>
            <a:fld id="{90F9E983-480B-48C5-9E0F-D21C0DFBB5C0}" type="slidenum">
              <a:rPr lang="zh-TW" altLang="en-US" smtClean="0"/>
              <a:pPr/>
              <a:t>‹#›</a:t>
            </a:fld>
            <a:endParaRPr lang="zh-TW" altLang="en-US"/>
          </a:p>
        </p:txBody>
      </p:sp>
      <p:cxnSp>
        <p:nvCxnSpPr>
          <p:cNvPr id="9" name="直線接點 8"/>
          <p:cNvCxnSpPr/>
          <p:nvPr userDrawn="1"/>
        </p:nvCxnSpPr>
        <p:spPr>
          <a:xfrm>
            <a:off x="838200" y="1143848"/>
            <a:ext cx="10515600" cy="0"/>
          </a:xfrm>
          <a:prstGeom prst="line">
            <a:avLst/>
          </a:prstGeom>
          <a:ln w="57150">
            <a:solidFill>
              <a:srgbClr val="FF0000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10" name="直線接點 9"/>
          <p:cNvCxnSpPr/>
          <p:nvPr userDrawn="1"/>
        </p:nvCxnSpPr>
        <p:spPr>
          <a:xfrm>
            <a:off x="838200" y="6296092"/>
            <a:ext cx="10515600" cy="0"/>
          </a:xfrm>
          <a:prstGeom prst="line">
            <a:avLst/>
          </a:prstGeom>
          <a:ln w="57150">
            <a:solidFill>
              <a:srgbClr val="00B050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pic>
        <p:nvPicPr>
          <p:cNvPr id="11" name="Shape 13" descr="C:\Documents and Settings\frederic\My Documents\My Pictures\Wallpaper Images\GSLAB_LOGO1-120x120.jpg"/>
          <p:cNvPicPr preferRelativeResize="0">
            <a:picLocks noChangeAspect="1"/>
          </p:cNvPicPr>
          <p:nvPr userDrawn="1"/>
        </p:nvPicPr>
        <p:blipFill rotWithShape="1">
          <a:blip r:embed="rId14">
            <a:alphaModFix/>
          </a:blip>
          <a:srcRect/>
          <a:stretch/>
        </p:blipFill>
        <p:spPr>
          <a:xfrm>
            <a:off x="11596536" y="6270925"/>
            <a:ext cx="561907" cy="561907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159842527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txStyles>
    <p:titleStyle>
      <a:lvl1pPr algn="ctr" defTabSz="914400" rtl="0" eaLnBrk="1" latinLnBrk="0" hangingPunct="1">
        <a:lnSpc>
          <a:spcPct val="90000"/>
        </a:lnSpc>
        <a:spcBef>
          <a:spcPct val="0"/>
        </a:spcBef>
        <a:buNone/>
        <a:defRPr sz="4400" b="1" kern="1200" baseline="0">
          <a:solidFill>
            <a:schemeClr val="tx1"/>
          </a:solidFill>
          <a:latin typeface="Times New Roman" panose="02020603050405020304" pitchFamily="18" charset="0"/>
          <a:ea typeface="標楷體" panose="03000509000000000000" pitchFamily="65" charset="-120"/>
          <a:cs typeface="+mj-cs"/>
        </a:defRPr>
      </a:lvl1pPr>
    </p:titleStyle>
    <p:bodyStyle>
      <a:lvl1pPr marL="144000" indent="-144000" algn="l" defTabSz="914400" rtl="0" eaLnBrk="1" latinLnBrk="0" hangingPunct="0">
        <a:lnSpc>
          <a:spcPct val="90000"/>
        </a:lnSpc>
        <a:spcBef>
          <a:spcPts val="300"/>
        </a:spcBef>
        <a:buFont typeface="Arial" panose="020B0604020202020204" pitchFamily="34" charset="0"/>
        <a:buChar char="•"/>
        <a:defRPr sz="1600" kern="1200" baseline="0">
          <a:solidFill>
            <a:schemeClr val="tx1"/>
          </a:solidFill>
          <a:latin typeface="Times New Roman" panose="02020603050405020304" pitchFamily="18" charset="0"/>
          <a:ea typeface="標楷體" panose="03000509000000000000" pitchFamily="65" charset="-120"/>
          <a:cs typeface="+mn-cs"/>
        </a:defRPr>
      </a:lvl1pPr>
      <a:lvl2pPr marL="685800" indent="-228600" algn="l" defTabSz="914400" rtl="0" eaLnBrk="1" latinLnBrk="0" hangingPunct="0">
        <a:lnSpc>
          <a:spcPct val="90000"/>
        </a:lnSpc>
        <a:spcBef>
          <a:spcPts val="300"/>
        </a:spcBef>
        <a:buFont typeface="Arial" panose="020B0604020202020204" pitchFamily="34" charset="0"/>
        <a:buChar char="•"/>
        <a:defRPr sz="1600" kern="1200" baseline="0">
          <a:solidFill>
            <a:schemeClr val="tx1"/>
          </a:solidFill>
          <a:latin typeface="Times New Roman" panose="02020603050405020304" pitchFamily="18" charset="0"/>
          <a:ea typeface="標楷體" panose="03000509000000000000" pitchFamily="65" charset="-120"/>
          <a:cs typeface="+mn-cs"/>
        </a:defRPr>
      </a:lvl2pPr>
      <a:lvl3pPr marL="1143000" indent="-228600" algn="l" defTabSz="914400" rtl="0" eaLnBrk="1" latinLnBrk="0" hangingPunct="0">
        <a:lnSpc>
          <a:spcPct val="90000"/>
        </a:lnSpc>
        <a:spcBef>
          <a:spcPts val="300"/>
        </a:spcBef>
        <a:buFont typeface="Arial" panose="020B0604020202020204" pitchFamily="34" charset="0"/>
        <a:buChar char="•"/>
        <a:defRPr sz="1600" kern="1200" baseline="0">
          <a:solidFill>
            <a:schemeClr val="tx1"/>
          </a:solidFill>
          <a:latin typeface="Times New Roman" panose="02020603050405020304" pitchFamily="18" charset="0"/>
          <a:ea typeface="標楷體" panose="03000509000000000000" pitchFamily="65" charset="-120"/>
          <a:cs typeface="+mn-cs"/>
        </a:defRPr>
      </a:lvl3pPr>
      <a:lvl4pPr marL="1600200" indent="-228600" algn="l" defTabSz="914400" rtl="0" eaLnBrk="1" latinLnBrk="0" hangingPunct="0">
        <a:lnSpc>
          <a:spcPct val="90000"/>
        </a:lnSpc>
        <a:spcBef>
          <a:spcPts val="300"/>
        </a:spcBef>
        <a:buFont typeface="Arial" panose="020B0604020202020204" pitchFamily="34" charset="0"/>
        <a:buChar char="•"/>
        <a:defRPr sz="1600" kern="1200" baseline="0">
          <a:solidFill>
            <a:schemeClr val="tx1"/>
          </a:solidFill>
          <a:latin typeface="Times New Roman" panose="02020603050405020304" pitchFamily="18" charset="0"/>
          <a:ea typeface="標楷體" panose="03000509000000000000" pitchFamily="65" charset="-120"/>
          <a:cs typeface="+mn-cs"/>
        </a:defRPr>
      </a:lvl4pPr>
      <a:lvl5pPr marL="2057400" indent="-228600" algn="l" defTabSz="914400" rtl="0" eaLnBrk="1" latinLnBrk="0" hangingPunct="0">
        <a:lnSpc>
          <a:spcPct val="90000"/>
        </a:lnSpc>
        <a:spcBef>
          <a:spcPts val="300"/>
        </a:spcBef>
        <a:buFont typeface="Arial" panose="020B0604020202020204" pitchFamily="34" charset="0"/>
        <a:buChar char="•"/>
        <a:defRPr sz="1600" kern="1200" baseline="0">
          <a:solidFill>
            <a:schemeClr val="tx1"/>
          </a:solidFill>
          <a:latin typeface="Times New Roman" panose="02020603050405020304" pitchFamily="18" charset="0"/>
          <a:ea typeface="標楷體" panose="03000509000000000000" pitchFamily="65" charset="-120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TW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1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1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hyperlink" Target="https://reurl.cc/EgzZAg" TargetMode="External"/><Relationship Id="rId2" Type="http://schemas.openxmlformats.org/officeDocument/2006/relationships/hyperlink" Target="https://csd.nutn.edu.tw/VHDL/Lin/CH11.pdf" TargetMode="External"/><Relationship Id="rId1" Type="http://schemas.openxmlformats.org/officeDocument/2006/relationships/slideLayout" Target="../slideLayouts/slideLayout2.xml"/><Relationship Id="rId4" Type="http://schemas.openxmlformats.org/officeDocument/2006/relationships/hyperlink" Target="https://blog.csdn.net/LYH6767/article/details/125191729" TargetMode="Externa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ctrTitle"/>
          </p:nvPr>
        </p:nvSpPr>
        <p:spPr>
          <a:xfrm>
            <a:off x="838200" y="1389530"/>
            <a:ext cx="10515600" cy="2544296"/>
          </a:xfrm>
        </p:spPr>
        <p:txBody>
          <a:bodyPr anchor="t">
            <a:normAutofit/>
          </a:bodyPr>
          <a:lstStyle/>
          <a:p>
            <a:pPr>
              <a:lnSpc>
                <a:spcPct val="125000"/>
              </a:lnSpc>
            </a:pPr>
            <a:r>
              <a:rPr lang="zh-TW" altLang="en-US" sz="4000" b="0" dirty="0"/>
              <a:t>進度報告</a:t>
            </a:r>
            <a:br>
              <a:rPr lang="en-US" altLang="zh-TW" sz="4000" b="0" dirty="0"/>
            </a:br>
            <a:r>
              <a:rPr lang="en-US" altLang="zh-TW" sz="5300" b="0" dirty="0"/>
              <a:t>FPGA</a:t>
            </a:r>
            <a:r>
              <a:rPr lang="zh-TW" altLang="en-US" sz="5300" b="0" dirty="0"/>
              <a:t>專案練習</a:t>
            </a:r>
            <a:endParaRPr lang="zh-TW" altLang="en-US" sz="4000" b="0" dirty="0"/>
          </a:p>
        </p:txBody>
      </p:sp>
      <p:sp>
        <p:nvSpPr>
          <p:cNvPr id="3" name="副標題 2"/>
          <p:cNvSpPr>
            <a:spLocks noGrp="1"/>
          </p:cNvSpPr>
          <p:nvPr>
            <p:ph type="subTitle" idx="1"/>
          </p:nvPr>
        </p:nvSpPr>
        <p:spPr>
          <a:xfrm>
            <a:off x="838200" y="3933825"/>
            <a:ext cx="10515600" cy="2325461"/>
          </a:xfrm>
        </p:spPr>
        <p:txBody>
          <a:bodyPr numCol="3">
            <a:normAutofit/>
          </a:bodyPr>
          <a:lstStyle/>
          <a:p>
            <a:pPr algn="l"/>
            <a:r>
              <a:rPr lang="zh-TW" altLang="en-US" dirty="0"/>
              <a:t>負  責  人：吳紹郁</a:t>
            </a:r>
            <a:endParaRPr lang="en-US" altLang="zh-TW" dirty="0"/>
          </a:p>
          <a:p>
            <a:r>
              <a:rPr lang="zh-TW" altLang="en-US" dirty="0"/>
              <a:t>目前成員：吳紹郁</a:t>
            </a:r>
            <a:endParaRPr lang="en-US" altLang="zh-TW" dirty="0"/>
          </a:p>
          <a:p>
            <a:r>
              <a:rPr lang="zh-TW" altLang="en-US" dirty="0"/>
              <a:t>報告日期：</a:t>
            </a:r>
            <a:r>
              <a:rPr lang="en-US" altLang="zh-TW" dirty="0"/>
              <a:t>2024/11/22</a:t>
            </a:r>
          </a:p>
          <a:p>
            <a:r>
              <a:rPr lang="zh-TW" altLang="en-US" dirty="0"/>
              <a:t>開始日期：</a:t>
            </a:r>
            <a:r>
              <a:rPr lang="en-US" altLang="zh-TW" dirty="0"/>
              <a:t>2024/11/09</a:t>
            </a:r>
          </a:p>
          <a:p>
            <a:pPr algn="l"/>
            <a:r>
              <a:rPr lang="zh-TW" altLang="en-US" dirty="0"/>
              <a:t>結束日期：</a:t>
            </a:r>
            <a:r>
              <a:rPr lang="en-US" altLang="zh-TW" dirty="0"/>
              <a:t> 2024/11/21</a:t>
            </a:r>
            <a:endParaRPr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405693661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標題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 dirty="0"/>
              <a:t>控管記錄 </a:t>
            </a:r>
            <a:r>
              <a:rPr lang="en-US" altLang="zh-TW" dirty="0"/>
              <a:t>-</a:t>
            </a:r>
            <a:r>
              <a:rPr lang="zh-TW" altLang="en-US" dirty="0"/>
              <a:t> </a:t>
            </a:r>
            <a:r>
              <a:rPr lang="en-US" altLang="zh-TW" dirty="0"/>
              <a:t>Git (2025/02/06)</a:t>
            </a:r>
            <a:endParaRPr lang="zh-TW" altLang="en-US" dirty="0"/>
          </a:p>
        </p:txBody>
      </p:sp>
      <p:pic>
        <p:nvPicPr>
          <p:cNvPr id="4" name="圖片 3">
            <a:extLst>
              <a:ext uri="{FF2B5EF4-FFF2-40B4-BE49-F238E27FC236}">
                <a16:creationId xmlns:a16="http://schemas.microsoft.com/office/drawing/2014/main" id="{CF940ACB-50E8-DFDA-7201-DAAA7444F2E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66151" y="2457314"/>
            <a:ext cx="9659698" cy="194337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6674608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內容版面配置區 1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lnSpc>
                <a:spcPct val="150000"/>
              </a:lnSpc>
              <a:buNone/>
            </a:pPr>
            <a:r>
              <a:rPr lang="zh-TW" altLang="en-US" b="1" dirty="0"/>
              <a:t>十一月：</a:t>
            </a:r>
            <a:endParaRPr lang="en-US" altLang="zh-TW" b="1" dirty="0"/>
          </a:p>
          <a:p>
            <a:pPr marL="144000" lvl="1" indent="-144000">
              <a:lnSpc>
                <a:spcPct val="150000"/>
              </a:lnSpc>
            </a:pPr>
            <a:r>
              <a:rPr lang="en-US" altLang="zh-TW" b="1" dirty="0"/>
              <a:t>2024/11/10~2024/11/16</a:t>
            </a:r>
            <a:r>
              <a:rPr lang="zh-TW" altLang="en-US" b="1" dirty="0"/>
              <a:t>：</a:t>
            </a:r>
            <a:endParaRPr lang="en-US" altLang="zh-TW" b="1" dirty="0"/>
          </a:p>
          <a:p>
            <a:pPr marL="0" lvl="1" indent="0">
              <a:lnSpc>
                <a:spcPct val="150000"/>
              </a:lnSpc>
              <a:buNone/>
            </a:pPr>
            <a:r>
              <a:rPr lang="zh-TW" altLang="en-US" sz="1400" dirty="0"/>
              <a:t>理解計數器的動作原理</a:t>
            </a:r>
            <a:endParaRPr lang="en-US" altLang="zh-TW" sz="1400" dirty="0"/>
          </a:p>
          <a:p>
            <a:pPr marL="0" lvl="1" indent="0">
              <a:lnSpc>
                <a:spcPct val="150000"/>
              </a:lnSpc>
              <a:buNone/>
            </a:pPr>
            <a:r>
              <a:rPr lang="zh-TW" altLang="en-US" sz="1400" dirty="0"/>
              <a:t>查詢相關計數器的資料</a:t>
            </a:r>
            <a:endParaRPr lang="en-US" altLang="zh-TW" sz="1400" dirty="0"/>
          </a:p>
          <a:p>
            <a:pPr marL="0" lvl="1" indent="0">
              <a:lnSpc>
                <a:spcPct val="150000"/>
              </a:lnSpc>
              <a:buNone/>
            </a:pPr>
            <a:r>
              <a:rPr lang="zh-TW" altLang="en-US" sz="1400" dirty="0"/>
              <a:t>完成第一題</a:t>
            </a:r>
            <a:endParaRPr lang="en-US" altLang="zh-TW" sz="1400" dirty="0"/>
          </a:p>
          <a:p>
            <a:pPr marL="0" lvl="1" indent="0">
              <a:lnSpc>
                <a:spcPct val="150000"/>
              </a:lnSpc>
              <a:buNone/>
            </a:pPr>
            <a:r>
              <a:rPr lang="zh-TW" altLang="en-US" sz="1400" dirty="0"/>
              <a:t>完成第一題的簡報內容</a:t>
            </a:r>
            <a:endParaRPr lang="en-US" altLang="zh-TW" sz="1400" dirty="0"/>
          </a:p>
          <a:p>
            <a:pPr marL="144000" lvl="1" indent="-144000">
              <a:lnSpc>
                <a:spcPct val="150000"/>
              </a:lnSpc>
            </a:pPr>
            <a:r>
              <a:rPr lang="en-US" altLang="zh-TW" b="1" dirty="0"/>
              <a:t>2024/11/17~2024/11/22</a:t>
            </a:r>
            <a:r>
              <a:rPr lang="zh-TW" altLang="en-US" b="1" dirty="0"/>
              <a:t>：</a:t>
            </a:r>
            <a:endParaRPr lang="en-US" altLang="zh-TW" b="1" dirty="0"/>
          </a:p>
          <a:p>
            <a:pPr marL="0" lvl="1" indent="0">
              <a:lnSpc>
                <a:spcPct val="150000"/>
              </a:lnSpc>
              <a:buNone/>
            </a:pPr>
            <a:r>
              <a:rPr lang="zh-TW" altLang="en-US" sz="1400" dirty="0"/>
              <a:t>計數器的上下限原理</a:t>
            </a:r>
            <a:endParaRPr lang="en-US" altLang="zh-TW" sz="1400" dirty="0"/>
          </a:p>
          <a:p>
            <a:pPr marL="0" lvl="1" indent="0">
              <a:lnSpc>
                <a:spcPct val="150000"/>
              </a:lnSpc>
              <a:buNone/>
            </a:pPr>
            <a:r>
              <a:rPr lang="zh-TW" altLang="en-US" sz="1400" dirty="0"/>
              <a:t>查詢</a:t>
            </a:r>
            <a:r>
              <a:rPr lang="en-US" altLang="zh-TW" sz="1400" dirty="0"/>
              <a:t>8</a:t>
            </a:r>
            <a:r>
              <a:rPr lang="zh-TW" altLang="en-US" sz="1400" dirty="0"/>
              <a:t>位元的寫法</a:t>
            </a:r>
            <a:endParaRPr lang="en-US" altLang="zh-TW" sz="1400" dirty="0"/>
          </a:p>
          <a:p>
            <a:pPr marL="0" lvl="1" indent="0">
              <a:lnSpc>
                <a:spcPct val="150000"/>
              </a:lnSpc>
              <a:buNone/>
            </a:pPr>
            <a:r>
              <a:rPr lang="zh-TW" altLang="en-US" sz="1400" dirty="0"/>
              <a:t>先用出上數，在用下數</a:t>
            </a:r>
            <a:endParaRPr lang="en-US" altLang="zh-TW" sz="1400" dirty="0"/>
          </a:p>
          <a:p>
            <a:pPr marL="0" lvl="1" indent="0">
              <a:lnSpc>
                <a:spcPct val="150000"/>
              </a:lnSpc>
              <a:buNone/>
            </a:pPr>
            <a:r>
              <a:rPr lang="zh-TW" altLang="en-US" sz="1400" dirty="0"/>
              <a:t>完成第二題</a:t>
            </a:r>
            <a:endParaRPr lang="en-US" altLang="zh-TW" sz="1400" dirty="0"/>
          </a:p>
          <a:p>
            <a:pPr marL="0" lvl="1" indent="0">
              <a:lnSpc>
                <a:spcPct val="150000"/>
              </a:lnSpc>
              <a:buNone/>
            </a:pPr>
            <a:r>
              <a:rPr lang="zh-TW" altLang="en-US" sz="1400" dirty="0"/>
              <a:t>做完相關簡報</a:t>
            </a:r>
            <a:endParaRPr lang="en-US" altLang="zh-TW" sz="1400" dirty="0"/>
          </a:p>
        </p:txBody>
      </p:sp>
      <p:sp>
        <p:nvSpPr>
          <p:cNvPr id="3" name="標題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 dirty="0"/>
              <a:t>當週進度</a:t>
            </a:r>
          </a:p>
        </p:txBody>
      </p:sp>
    </p:spTree>
    <p:extLst>
      <p:ext uri="{BB962C8B-B14F-4D97-AF65-F5344CB8AC3E}">
        <p14:creationId xmlns:p14="http://schemas.microsoft.com/office/powerpoint/2010/main" val="76820686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標題 2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720000"/>
          </a:xfrm>
        </p:spPr>
        <p:txBody>
          <a:bodyPr/>
          <a:lstStyle/>
          <a:p>
            <a:r>
              <a:rPr lang="zh-TW" altLang="en-US" dirty="0"/>
              <a:t>進度統整</a:t>
            </a:r>
          </a:p>
        </p:txBody>
      </p:sp>
      <p:sp>
        <p:nvSpPr>
          <p:cNvPr id="4" name="內容版面配置區 1">
            <a:extLst>
              <a:ext uri="{FF2B5EF4-FFF2-40B4-BE49-F238E27FC236}">
                <a16:creationId xmlns:a16="http://schemas.microsoft.com/office/drawing/2014/main" id="{A378B30B-4458-4F5F-A010-843A622DFCA2}"/>
              </a:ext>
            </a:extLst>
          </p:cNvPr>
          <p:cNvSpPr txBox="1">
            <a:spLocks/>
          </p:cNvSpPr>
          <p:nvPr/>
        </p:nvSpPr>
        <p:spPr>
          <a:xfrm>
            <a:off x="838200" y="1201850"/>
            <a:ext cx="10515600" cy="5037776"/>
          </a:xfrm>
          <a:prstGeom prst="rect">
            <a:avLst/>
          </a:prstGeom>
        </p:spPr>
        <p:txBody>
          <a:bodyPr vert="horz" lIns="91440" tIns="45720" rIns="91440" bIns="45720" numCol="2" rtlCol="0">
            <a:normAutofit/>
          </a:bodyPr>
          <a:lstStyle>
            <a:lvl1pPr marL="144000" indent="-144000" algn="l" defTabSz="914400" rtl="0" eaLnBrk="1" latinLnBrk="0" hangingPunct="0">
              <a:lnSpc>
                <a:spcPct val="90000"/>
              </a:lnSpc>
              <a:spcBef>
                <a:spcPts val="300"/>
              </a:spcBef>
              <a:buFont typeface="Arial" panose="020B0604020202020204" pitchFamily="34" charset="0"/>
              <a:buChar char="•"/>
              <a:defRPr sz="1600" kern="1200" baseline="0">
                <a:solidFill>
                  <a:schemeClr val="tx1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+mn-cs"/>
              </a:defRPr>
            </a:lvl1pPr>
            <a:lvl2pPr marL="685800" indent="-228600" algn="l" defTabSz="914400" rtl="0" eaLnBrk="1" latinLnBrk="0" hangingPunct="0">
              <a:lnSpc>
                <a:spcPct val="90000"/>
              </a:lnSpc>
              <a:spcBef>
                <a:spcPts val="300"/>
              </a:spcBef>
              <a:buFont typeface="Arial" panose="020B0604020202020204" pitchFamily="34" charset="0"/>
              <a:buChar char="•"/>
              <a:defRPr sz="1600" kern="1200" baseline="0">
                <a:solidFill>
                  <a:schemeClr val="tx1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+mn-cs"/>
              </a:defRPr>
            </a:lvl2pPr>
            <a:lvl3pPr marL="1143000" indent="-228600" algn="l" defTabSz="914400" rtl="0" eaLnBrk="1" latinLnBrk="0" hangingPunct="0">
              <a:lnSpc>
                <a:spcPct val="90000"/>
              </a:lnSpc>
              <a:spcBef>
                <a:spcPts val="300"/>
              </a:spcBef>
              <a:buFont typeface="Arial" panose="020B0604020202020204" pitchFamily="34" charset="0"/>
              <a:buChar char="•"/>
              <a:defRPr sz="1600" kern="1200" baseline="0">
                <a:solidFill>
                  <a:schemeClr val="tx1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+mn-cs"/>
              </a:defRPr>
            </a:lvl3pPr>
            <a:lvl4pPr marL="1600200" indent="-228600" algn="l" defTabSz="914400" rtl="0" eaLnBrk="1" latinLnBrk="0" hangingPunct="0">
              <a:lnSpc>
                <a:spcPct val="90000"/>
              </a:lnSpc>
              <a:spcBef>
                <a:spcPts val="300"/>
              </a:spcBef>
              <a:buFont typeface="Arial" panose="020B0604020202020204" pitchFamily="34" charset="0"/>
              <a:buChar char="•"/>
              <a:defRPr sz="1600" kern="1200" baseline="0">
                <a:solidFill>
                  <a:schemeClr val="tx1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+mn-cs"/>
              </a:defRPr>
            </a:lvl4pPr>
            <a:lvl5pPr marL="2057400" indent="-228600" algn="l" defTabSz="914400" rtl="0" eaLnBrk="1" latinLnBrk="0" hangingPunct="0">
              <a:lnSpc>
                <a:spcPct val="90000"/>
              </a:lnSpc>
              <a:spcBef>
                <a:spcPts val="300"/>
              </a:spcBef>
              <a:buFont typeface="Arial" panose="020B0604020202020204" pitchFamily="34" charset="0"/>
              <a:buChar char="•"/>
              <a:defRPr sz="1600" kern="1200" baseline="0">
                <a:solidFill>
                  <a:schemeClr val="tx1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50000"/>
              </a:lnSpc>
              <a:buNone/>
            </a:pPr>
            <a:r>
              <a:rPr lang="zh-TW" altLang="en-US" b="1" dirty="0"/>
              <a:t>十一月：</a:t>
            </a:r>
            <a:endParaRPr lang="en-US" altLang="zh-TW" b="1" dirty="0"/>
          </a:p>
          <a:p>
            <a:pPr marL="144000" lvl="1" indent="-144000">
              <a:lnSpc>
                <a:spcPct val="150000"/>
              </a:lnSpc>
            </a:pPr>
            <a:r>
              <a:rPr lang="en-US" altLang="zh-TW" b="1" dirty="0"/>
              <a:t>2024/11/10~2024/11/16</a:t>
            </a:r>
            <a:r>
              <a:rPr lang="zh-TW" altLang="en-US" b="1" dirty="0"/>
              <a:t>：</a:t>
            </a:r>
            <a:endParaRPr lang="en-US" altLang="zh-TW" b="1" dirty="0"/>
          </a:p>
          <a:p>
            <a:pPr marL="0" lvl="1" indent="0">
              <a:lnSpc>
                <a:spcPct val="150000"/>
              </a:lnSpc>
              <a:buNone/>
            </a:pPr>
            <a:r>
              <a:rPr lang="zh-TW" altLang="en-US" sz="1400" dirty="0"/>
              <a:t>完成第一題</a:t>
            </a:r>
            <a:endParaRPr lang="en-US" altLang="zh-TW" sz="1400" dirty="0"/>
          </a:p>
          <a:p>
            <a:pPr marL="0" lvl="1" indent="0">
              <a:lnSpc>
                <a:spcPct val="150000"/>
              </a:lnSpc>
              <a:buNone/>
            </a:pPr>
            <a:r>
              <a:rPr lang="zh-TW" altLang="en-US" sz="1400" dirty="0"/>
              <a:t>完成第一題的簡報內容</a:t>
            </a:r>
            <a:endParaRPr lang="en-US" altLang="zh-TW" sz="1400" dirty="0"/>
          </a:p>
          <a:p>
            <a:pPr marL="144000" lvl="1" indent="-144000">
              <a:lnSpc>
                <a:spcPct val="150000"/>
              </a:lnSpc>
            </a:pPr>
            <a:r>
              <a:rPr lang="en-US" altLang="zh-TW" b="1" dirty="0"/>
              <a:t>2024/11/17~2024/11/22</a:t>
            </a:r>
            <a:r>
              <a:rPr lang="zh-TW" altLang="en-US" b="1" dirty="0"/>
              <a:t>：</a:t>
            </a:r>
            <a:endParaRPr lang="en-US" altLang="zh-TW" b="1" dirty="0"/>
          </a:p>
          <a:p>
            <a:pPr marL="0" lvl="1" indent="0">
              <a:lnSpc>
                <a:spcPct val="150000"/>
              </a:lnSpc>
              <a:buNone/>
            </a:pPr>
            <a:r>
              <a:rPr lang="zh-TW" altLang="en-US" sz="1400" dirty="0"/>
              <a:t>完成第二題</a:t>
            </a:r>
            <a:endParaRPr lang="en-US" altLang="zh-TW" sz="1400" dirty="0"/>
          </a:p>
          <a:p>
            <a:pPr marL="0" lvl="1" indent="0">
              <a:lnSpc>
                <a:spcPct val="150000"/>
              </a:lnSpc>
              <a:buNone/>
            </a:pPr>
            <a:r>
              <a:rPr lang="zh-TW" altLang="en-US" sz="1400" dirty="0"/>
              <a:t>做完相關簡報</a:t>
            </a:r>
            <a:endParaRPr lang="en-US" altLang="zh-TW" sz="1400" dirty="0"/>
          </a:p>
          <a:p>
            <a:endParaRPr lang="en-US" altLang="zh-TW" dirty="0"/>
          </a:p>
        </p:txBody>
      </p:sp>
    </p:spTree>
    <p:extLst>
      <p:ext uri="{BB962C8B-B14F-4D97-AF65-F5344CB8AC3E}">
        <p14:creationId xmlns:p14="http://schemas.microsoft.com/office/powerpoint/2010/main" val="67339641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A75E7E1-0A69-CF7A-836F-31766A9E10A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標題 3">
            <a:extLst>
              <a:ext uri="{FF2B5EF4-FFF2-40B4-BE49-F238E27FC236}">
                <a16:creationId xmlns:a16="http://schemas.microsoft.com/office/drawing/2014/main" id="{1410C02D-C43F-05CC-6D1A-9998DF8844A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TW" dirty="0"/>
              <a:t>Breakdown(</a:t>
            </a:r>
            <a:r>
              <a:rPr lang="en-US" altLang="zh-TW" dirty="0">
                <a:solidFill>
                  <a:srgbClr val="FF0000"/>
                </a:solidFill>
                <a:highlight>
                  <a:srgbClr val="FFFF00"/>
                </a:highlight>
              </a:rPr>
              <a:t>2025/02/05</a:t>
            </a:r>
            <a:r>
              <a:rPr lang="zh-TW" altLang="en-US" dirty="0">
                <a:solidFill>
                  <a:srgbClr val="FF0000"/>
                </a:solidFill>
                <a:highlight>
                  <a:srgbClr val="FFFF00"/>
                </a:highlight>
              </a:rPr>
              <a:t>更新</a:t>
            </a:r>
            <a:r>
              <a:rPr lang="en-US" altLang="zh-TW" dirty="0"/>
              <a:t>)</a:t>
            </a:r>
            <a:endParaRPr lang="zh-TW" altLang="en-US" dirty="0"/>
          </a:p>
        </p:txBody>
      </p:sp>
      <p:pic>
        <p:nvPicPr>
          <p:cNvPr id="3" name="圖片 2" descr="一張含有 圖表, 行, 文字, Rectangle 的圖片&#10;&#10;自動產生的描述">
            <a:extLst>
              <a:ext uri="{FF2B5EF4-FFF2-40B4-BE49-F238E27FC236}">
                <a16:creationId xmlns:a16="http://schemas.microsoft.com/office/drawing/2014/main" id="{F910D19D-FC9E-DCD4-A8F6-03B37B2C134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249101" y="2475400"/>
            <a:ext cx="3693798" cy="214935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6743254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標題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 dirty="0"/>
              <a:t>系統分析 </a:t>
            </a:r>
            <a:r>
              <a:rPr lang="en-US" altLang="zh-TW" dirty="0"/>
              <a:t>–</a:t>
            </a:r>
            <a:r>
              <a:rPr lang="zh-TW" altLang="en-US" dirty="0"/>
              <a:t> </a:t>
            </a:r>
            <a:r>
              <a:rPr lang="en-US" altLang="zh-TW" dirty="0"/>
              <a:t>AOV</a:t>
            </a:r>
            <a:r>
              <a:rPr lang="zh-TW" altLang="en-US" dirty="0"/>
              <a:t>圖 </a:t>
            </a:r>
            <a:r>
              <a:rPr lang="en-US" altLang="zh-TW" dirty="0"/>
              <a:t>(</a:t>
            </a:r>
            <a:r>
              <a:rPr lang="en-US" altLang="zh-TW" dirty="0">
                <a:solidFill>
                  <a:srgbClr val="FF0000"/>
                </a:solidFill>
                <a:highlight>
                  <a:srgbClr val="FFFF00"/>
                </a:highlight>
              </a:rPr>
              <a:t>2025/02/05</a:t>
            </a:r>
            <a:r>
              <a:rPr lang="zh-TW" altLang="en-US" dirty="0">
                <a:solidFill>
                  <a:srgbClr val="FF0000"/>
                </a:solidFill>
                <a:highlight>
                  <a:srgbClr val="FFFF00"/>
                </a:highlight>
              </a:rPr>
              <a:t>更新</a:t>
            </a:r>
            <a:r>
              <a:rPr lang="en-US" altLang="zh-TW" dirty="0"/>
              <a:t>)</a:t>
            </a:r>
            <a:endParaRPr lang="zh-TW" altLang="en-US" dirty="0"/>
          </a:p>
        </p:txBody>
      </p:sp>
      <p:pic>
        <p:nvPicPr>
          <p:cNvPr id="5" name="圖片 4" descr="一張含有 圓形, 行, 圖表, 字型 的圖片&#10;&#10;自動產生的描述">
            <a:extLst>
              <a:ext uri="{FF2B5EF4-FFF2-40B4-BE49-F238E27FC236}">
                <a16:creationId xmlns:a16="http://schemas.microsoft.com/office/drawing/2014/main" id="{BD1A1929-72D6-2D19-7A36-1B1BE6E0923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395662" y="1402213"/>
            <a:ext cx="5400675" cy="828675"/>
          </a:xfrm>
          <a:prstGeom prst="rect">
            <a:avLst/>
          </a:prstGeom>
        </p:spPr>
      </p:pic>
      <p:graphicFrame>
        <p:nvGraphicFramePr>
          <p:cNvPr id="2" name="表格 1">
            <a:extLst>
              <a:ext uri="{FF2B5EF4-FFF2-40B4-BE49-F238E27FC236}">
                <a16:creationId xmlns:a16="http://schemas.microsoft.com/office/drawing/2014/main" id="{163C9BFE-3E30-7EE7-AAF6-0A986F3C7E2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256004925"/>
              </p:ext>
            </p:extLst>
          </p:nvPr>
        </p:nvGraphicFramePr>
        <p:xfrm>
          <a:off x="605406" y="2547977"/>
          <a:ext cx="10981188" cy="2291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68741">
                  <a:extLst>
                    <a:ext uri="{9D8B030D-6E8A-4147-A177-3AD203B41FA5}">
                      <a16:colId xmlns:a16="http://schemas.microsoft.com/office/drawing/2014/main" val="3569235363"/>
                    </a:ext>
                  </a:extLst>
                </a:gridCol>
                <a:gridCol w="1568741">
                  <a:extLst>
                    <a:ext uri="{9D8B030D-6E8A-4147-A177-3AD203B41FA5}">
                      <a16:colId xmlns:a16="http://schemas.microsoft.com/office/drawing/2014/main" val="1450778500"/>
                    </a:ext>
                  </a:extLst>
                </a:gridCol>
                <a:gridCol w="1568741">
                  <a:extLst>
                    <a:ext uri="{9D8B030D-6E8A-4147-A177-3AD203B41FA5}">
                      <a16:colId xmlns:a16="http://schemas.microsoft.com/office/drawing/2014/main" val="1206192564"/>
                    </a:ext>
                  </a:extLst>
                </a:gridCol>
                <a:gridCol w="1568741">
                  <a:extLst>
                    <a:ext uri="{9D8B030D-6E8A-4147-A177-3AD203B41FA5}">
                      <a16:colId xmlns:a16="http://schemas.microsoft.com/office/drawing/2014/main" val="2157246791"/>
                    </a:ext>
                  </a:extLst>
                </a:gridCol>
                <a:gridCol w="1568741">
                  <a:extLst>
                    <a:ext uri="{9D8B030D-6E8A-4147-A177-3AD203B41FA5}">
                      <a16:colId xmlns:a16="http://schemas.microsoft.com/office/drawing/2014/main" val="198149183"/>
                    </a:ext>
                  </a:extLst>
                </a:gridCol>
                <a:gridCol w="3137483">
                  <a:extLst>
                    <a:ext uri="{9D8B030D-6E8A-4147-A177-3AD203B41FA5}">
                      <a16:colId xmlns:a16="http://schemas.microsoft.com/office/drawing/2014/main" val="1194417440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zh-TW" altLang="en-US" dirty="0">
                          <a:latin typeface="Times New Roman" panose="02020603050405020304" pitchFamily="18" charset="0"/>
                          <a:ea typeface="標楷體" panose="03000509000000000000" pitchFamily="65" charset="-120"/>
                          <a:cs typeface="Times New Roman" panose="02020603050405020304" pitchFamily="18" charset="0"/>
                        </a:rPr>
                        <a:t>名稱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TW" altLang="en-US" dirty="0">
                          <a:latin typeface="Times New Roman" panose="02020603050405020304" pitchFamily="18" charset="0"/>
                          <a:ea typeface="標楷體" panose="03000509000000000000" pitchFamily="65" charset="-120"/>
                          <a:cs typeface="Times New Roman" panose="02020603050405020304" pitchFamily="18" charset="0"/>
                        </a:rPr>
                        <a:t>代號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>
                          <a:latin typeface="Times New Roman" panose="02020603050405020304" pitchFamily="18" charset="0"/>
                          <a:ea typeface="標楷體" panose="03000509000000000000" pitchFamily="65" charset="-120"/>
                          <a:cs typeface="Times New Roman" panose="02020603050405020304" pitchFamily="18" charset="0"/>
                        </a:rPr>
                        <a:t>predecessor</a:t>
                      </a:r>
                      <a:endParaRPr lang="zh-TW" altLang="en-US">
                        <a:latin typeface="Times New Roman" panose="02020603050405020304" pitchFamily="18" charset="0"/>
                        <a:ea typeface="標楷體" panose="03000509000000000000" pitchFamily="65" charset="-120"/>
                        <a:cs typeface="Times New Roman" panose="02020603050405020304" pitchFamily="18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>
                          <a:latin typeface="Times New Roman" panose="02020603050405020304" pitchFamily="18" charset="0"/>
                          <a:ea typeface="標楷體" panose="03000509000000000000" pitchFamily="65" charset="-120"/>
                          <a:cs typeface="Times New Roman" panose="02020603050405020304" pitchFamily="18" charset="0"/>
                        </a:rPr>
                        <a:t>Duration</a:t>
                      </a:r>
                      <a:endParaRPr lang="zh-TW" altLang="en-US">
                        <a:latin typeface="Times New Roman" panose="02020603050405020304" pitchFamily="18" charset="0"/>
                        <a:ea typeface="標楷體" panose="03000509000000000000" pitchFamily="65" charset="-120"/>
                        <a:cs typeface="Times New Roman" panose="02020603050405020304" pitchFamily="18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TW" altLang="en-US">
                          <a:latin typeface="Times New Roman" panose="02020603050405020304" pitchFamily="18" charset="0"/>
                          <a:ea typeface="標楷體" panose="03000509000000000000" pitchFamily="65" charset="-120"/>
                          <a:cs typeface="Times New Roman" panose="02020603050405020304" pitchFamily="18" charset="0"/>
                        </a:rPr>
                        <a:t>詳細功能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TW" altLang="en-US">
                          <a:latin typeface="Times New Roman" panose="02020603050405020304" pitchFamily="18" charset="0"/>
                          <a:ea typeface="標楷體" panose="03000509000000000000" pitchFamily="65" charset="-120"/>
                          <a:cs typeface="Times New Roman" panose="02020603050405020304" pitchFamily="18" charset="0"/>
                        </a:rPr>
                        <a:t>輸入</a:t>
                      </a:r>
                    </a:p>
                    <a:p>
                      <a:pPr algn="ctr"/>
                      <a:r>
                        <a:rPr lang="zh-TW" altLang="en-US">
                          <a:latin typeface="Times New Roman" panose="02020603050405020304" pitchFamily="18" charset="0"/>
                          <a:ea typeface="標楷體" panose="03000509000000000000" pitchFamily="65" charset="-120"/>
                          <a:cs typeface="Times New Roman" panose="02020603050405020304" pitchFamily="18" charset="0"/>
                        </a:rPr>
                        <a:t>輸出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7361173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lang="en-US" altLang="zh-TW" sz="1800" kern="1200">
                          <a:solidFill>
                            <a:schemeClr val="dk1"/>
                          </a:solidFill>
                          <a:latin typeface="Times New Roman" panose="02020603050405020304" pitchFamily="18" charset="0"/>
                          <a:ea typeface="標楷體" panose="03000509000000000000" pitchFamily="65" charset="-120"/>
                          <a:cs typeface="Times New Roman" panose="02020603050405020304" pitchFamily="18" charset="0"/>
                        </a:rPr>
                        <a:t>Start</a:t>
                      </a:r>
                      <a:endParaRPr lang="zh-TW" altLang="en-US" sz="1800" kern="1200">
                        <a:solidFill>
                          <a:schemeClr val="dk1"/>
                        </a:solidFill>
                        <a:latin typeface="Times New Roman" panose="02020603050405020304" pitchFamily="18" charset="0"/>
                        <a:ea typeface="標楷體" panose="03000509000000000000" pitchFamily="65" charset="-120"/>
                        <a:cs typeface="Times New Roman" panose="02020603050405020304" pitchFamily="18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endParaRPr lang="zh-TW" altLang="en-US" sz="1800" kern="1200" dirty="0">
                        <a:solidFill>
                          <a:schemeClr val="dk1"/>
                        </a:solidFill>
                        <a:latin typeface="Times New Roman" panose="02020603050405020304" pitchFamily="18" charset="0"/>
                        <a:ea typeface="標楷體" panose="03000509000000000000" pitchFamily="65" charset="-120"/>
                        <a:cs typeface="Times New Roman" panose="02020603050405020304" pitchFamily="18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lang="en-US" altLang="zh-TW" sz="1800" kern="1200">
                          <a:solidFill>
                            <a:schemeClr val="dk1"/>
                          </a:solidFill>
                          <a:latin typeface="Times New Roman" panose="02020603050405020304" pitchFamily="18" charset="0"/>
                          <a:ea typeface="標楷體" panose="03000509000000000000" pitchFamily="65" charset="-120"/>
                          <a:cs typeface="Times New Roman" panose="02020603050405020304" pitchFamily="18" charset="0"/>
                        </a:rPr>
                        <a:t>-</a:t>
                      </a:r>
                      <a:endParaRPr lang="zh-TW" altLang="en-US" sz="1800" kern="1200">
                        <a:solidFill>
                          <a:schemeClr val="dk1"/>
                        </a:solidFill>
                        <a:latin typeface="Times New Roman" panose="02020603050405020304" pitchFamily="18" charset="0"/>
                        <a:ea typeface="標楷體" panose="03000509000000000000" pitchFamily="65" charset="-120"/>
                        <a:cs typeface="Times New Roman" panose="02020603050405020304" pitchFamily="18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lang="en-US" altLang="zh-TW" sz="1800" kern="1200" dirty="0">
                          <a:solidFill>
                            <a:schemeClr val="dk1"/>
                          </a:solidFill>
                          <a:latin typeface="Times New Roman" panose="02020603050405020304" pitchFamily="18" charset="0"/>
                          <a:ea typeface="標楷體" panose="03000509000000000000" pitchFamily="65" charset="-120"/>
                          <a:cs typeface="Times New Roman" panose="02020603050405020304" pitchFamily="18" charset="0"/>
                        </a:rPr>
                        <a:t>0</a:t>
                      </a:r>
                      <a:endParaRPr lang="zh-TW" altLang="en-US" sz="1800" kern="1200" dirty="0">
                        <a:solidFill>
                          <a:schemeClr val="dk1"/>
                        </a:solidFill>
                        <a:latin typeface="Times New Roman" panose="02020603050405020304" pitchFamily="18" charset="0"/>
                        <a:ea typeface="標楷體" panose="03000509000000000000" pitchFamily="65" charset="-120"/>
                        <a:cs typeface="Times New Roman" panose="02020603050405020304" pitchFamily="18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lang="en-US" altLang="zh-TW" sz="1800" kern="1200">
                          <a:solidFill>
                            <a:schemeClr val="dk1"/>
                          </a:solidFill>
                          <a:latin typeface="Times New Roman" panose="02020603050405020304" pitchFamily="18" charset="0"/>
                          <a:ea typeface="標楷體" panose="03000509000000000000" pitchFamily="65" charset="-120"/>
                          <a:cs typeface="Times New Roman" panose="02020603050405020304" pitchFamily="18" charset="0"/>
                        </a:rPr>
                        <a:t>start</a:t>
                      </a:r>
                      <a:endParaRPr lang="zh-TW" altLang="en-US" sz="1800" kern="1200">
                        <a:solidFill>
                          <a:schemeClr val="dk1"/>
                        </a:solidFill>
                        <a:latin typeface="Times New Roman" panose="02020603050405020304" pitchFamily="18" charset="0"/>
                        <a:ea typeface="標楷體" panose="03000509000000000000" pitchFamily="65" charset="-120"/>
                        <a:cs typeface="Times New Roman" panose="02020603050405020304" pitchFamily="18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endParaRPr lang="zh-TW" altLang="en-US" sz="1800" kern="1200" dirty="0">
                        <a:solidFill>
                          <a:schemeClr val="dk1"/>
                        </a:solidFill>
                        <a:latin typeface="Times New Roman" panose="02020603050405020304" pitchFamily="18" charset="0"/>
                        <a:ea typeface="標楷體" panose="03000509000000000000" pitchFamily="65" charset="-120"/>
                        <a:cs typeface="Times New Roman" panose="02020603050405020304" pitchFamily="18" charset="0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82633481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lang="zh-TW" altLang="en-US" sz="1800" kern="1200" dirty="0">
                          <a:solidFill>
                            <a:schemeClr val="dk1"/>
                          </a:solidFill>
                          <a:latin typeface="Times New Roman" panose="02020603050405020304" pitchFamily="18" charset="0"/>
                          <a:ea typeface="標楷體" panose="03000509000000000000" pitchFamily="65" charset="-120"/>
                          <a:cs typeface="Times New Roman" panose="02020603050405020304" pitchFamily="18" charset="0"/>
                        </a:rPr>
                        <a:t>上數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endParaRPr lang="zh-TW" altLang="en-US" sz="1800" kern="1200" dirty="0">
                        <a:solidFill>
                          <a:schemeClr val="dk1"/>
                        </a:solidFill>
                        <a:latin typeface="Times New Roman" panose="02020603050405020304" pitchFamily="18" charset="0"/>
                        <a:ea typeface="標楷體" panose="03000509000000000000" pitchFamily="65" charset="-120"/>
                        <a:cs typeface="Times New Roman" panose="02020603050405020304" pitchFamily="18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lang="en-US" altLang="zh-TW" sz="1800" kern="1200">
                          <a:solidFill>
                            <a:schemeClr val="dk1"/>
                          </a:solidFill>
                          <a:latin typeface="Times New Roman" panose="02020603050405020304" pitchFamily="18" charset="0"/>
                          <a:ea typeface="標楷體" panose="03000509000000000000" pitchFamily="65" charset="-120"/>
                          <a:cs typeface="Times New Roman" panose="02020603050405020304" pitchFamily="18" charset="0"/>
                        </a:rPr>
                        <a:t>Start</a:t>
                      </a:r>
                      <a:endParaRPr lang="zh-TW" altLang="en-US" sz="1800" kern="1200">
                        <a:solidFill>
                          <a:schemeClr val="dk1"/>
                        </a:solidFill>
                        <a:latin typeface="Times New Roman" panose="02020603050405020304" pitchFamily="18" charset="0"/>
                        <a:ea typeface="標楷體" panose="03000509000000000000" pitchFamily="65" charset="-120"/>
                        <a:cs typeface="Times New Roman" panose="02020603050405020304" pitchFamily="18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r>
                        <a:rPr lang="en-US" altLang="zh-TW" sz="1800" dirty="0">
                          <a:solidFill>
                            <a:schemeClr val="dk1"/>
                          </a:solidFill>
                          <a:latin typeface="Times New Roman" panose="02020603050405020304" pitchFamily="18" charset="0"/>
                          <a:ea typeface="標楷體" panose="03000509000000000000" pitchFamily="65" charset="-120"/>
                          <a:cs typeface="Times New Roman" panose="02020603050405020304" pitchFamily="18" charset="0"/>
                        </a:rPr>
                        <a:t>10</a:t>
                      </a:r>
                      <a:endParaRPr lang="zh-TW" altLang="en-US" sz="1800" kern="1200" dirty="0">
                        <a:solidFill>
                          <a:schemeClr val="dk1"/>
                        </a:solidFill>
                        <a:latin typeface="Times New Roman" panose="02020603050405020304" pitchFamily="18" charset="0"/>
                        <a:ea typeface="標楷體" panose="03000509000000000000" pitchFamily="65" charset="-120"/>
                        <a:cs typeface="Times New Roman" panose="02020603050405020304" pitchFamily="18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lang="zh-TW" altLang="en-US" sz="1800" kern="1200" dirty="0">
                          <a:solidFill>
                            <a:schemeClr val="dk1"/>
                          </a:solidFill>
                          <a:latin typeface="Times New Roman" panose="02020603050405020304" pitchFamily="18" charset="0"/>
                          <a:ea typeface="標楷體" panose="03000509000000000000" pitchFamily="65" charset="-120"/>
                          <a:cs typeface="Times New Roman" panose="02020603050405020304" pitchFamily="18" charset="0"/>
                        </a:rPr>
                        <a:t>計數器</a:t>
                      </a:r>
                      <a:endParaRPr lang="en-US" altLang="zh-TW" sz="1800" kern="1200" dirty="0">
                        <a:solidFill>
                          <a:schemeClr val="dk1"/>
                        </a:solidFill>
                        <a:latin typeface="Times New Roman" panose="02020603050405020304" pitchFamily="18" charset="0"/>
                        <a:ea typeface="標楷體" panose="03000509000000000000" pitchFamily="65" charset="-120"/>
                        <a:cs typeface="Times New Roman" panose="02020603050405020304" pitchFamily="18" charset="0"/>
                      </a:endParaRPr>
                    </a:p>
                    <a:p>
                      <a:pPr marL="0" algn="ctr" defTabSz="914400" rtl="0" eaLnBrk="1" latinLnBrk="0" hangingPunct="1"/>
                      <a:r>
                        <a:rPr lang="en-US" altLang="zh-TW" sz="1800" kern="1200" dirty="0">
                          <a:solidFill>
                            <a:schemeClr val="dk1"/>
                          </a:solidFill>
                          <a:latin typeface="Times New Roman" panose="02020603050405020304" pitchFamily="18" charset="0"/>
                          <a:ea typeface="標楷體" panose="03000509000000000000" pitchFamily="65" charset="-120"/>
                          <a:cs typeface="Times New Roman" panose="02020603050405020304" pitchFamily="18" charset="0"/>
                        </a:rPr>
                        <a:t>0~9</a:t>
                      </a:r>
                      <a:endParaRPr lang="zh-TW" altLang="en-US" sz="1800" kern="1200" dirty="0">
                        <a:solidFill>
                          <a:schemeClr val="dk1"/>
                        </a:solidFill>
                        <a:latin typeface="Times New Roman" panose="02020603050405020304" pitchFamily="18" charset="0"/>
                        <a:ea typeface="標楷體" panose="03000509000000000000" pitchFamily="65" charset="-120"/>
                        <a:cs typeface="Times New Roman" panose="02020603050405020304" pitchFamily="18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800" kern="1200" dirty="0">
                          <a:solidFill>
                            <a:schemeClr val="dk1"/>
                          </a:solidFill>
                          <a:latin typeface="Times New Roman" panose="02020603050405020304" pitchFamily="18" charset="0"/>
                          <a:ea typeface="標楷體" panose="03000509000000000000" pitchFamily="65" charset="-120"/>
                          <a:cs typeface="Times New Roman" panose="02020603050405020304" pitchFamily="18" charset="0"/>
                        </a:rPr>
                        <a:t>in</a:t>
                      </a:r>
                      <a:r>
                        <a:rPr lang="zh-TW" altLang="en-US" sz="1800" kern="1200" dirty="0">
                          <a:solidFill>
                            <a:schemeClr val="dk1"/>
                          </a:solidFill>
                          <a:latin typeface="Times New Roman" panose="02020603050405020304" pitchFamily="18" charset="0"/>
                          <a:ea typeface="標楷體" panose="03000509000000000000" pitchFamily="65" charset="-120"/>
                          <a:cs typeface="Times New Roman" panose="02020603050405020304" pitchFamily="18" charset="0"/>
                        </a:rPr>
                        <a:t>：</a:t>
                      </a:r>
                      <a:r>
                        <a:rPr lang="en-US" altLang="zh-TW" sz="1800" b="0" kern="1200" dirty="0" err="1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up_count</a:t>
                      </a:r>
                      <a:r>
                        <a:rPr lang="en-US" altLang="zh-TW" sz="1800" b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</a:t>
                      </a:r>
                      <a:r>
                        <a:rPr lang="zh-TW" altLang="en-US" sz="1800" b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、</a:t>
                      </a:r>
                      <a:r>
                        <a:rPr lang="en-US" altLang="zh-TW" sz="1800" b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counter_10</a:t>
                      </a: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800" kern="1200" dirty="0">
                          <a:solidFill>
                            <a:schemeClr val="dk1"/>
                          </a:solidFill>
                          <a:latin typeface="Times New Roman" panose="02020603050405020304" pitchFamily="18" charset="0"/>
                          <a:ea typeface="標楷體" panose="03000509000000000000" pitchFamily="65" charset="-120"/>
                          <a:cs typeface="Times New Roman" panose="02020603050405020304" pitchFamily="18" charset="0"/>
                        </a:rPr>
                        <a:t>out</a:t>
                      </a:r>
                      <a:r>
                        <a:rPr lang="zh-TW" altLang="en-US" sz="1800" kern="1200" dirty="0">
                          <a:solidFill>
                            <a:schemeClr val="dk1"/>
                          </a:solidFill>
                          <a:latin typeface="Times New Roman" panose="02020603050405020304" pitchFamily="18" charset="0"/>
                          <a:ea typeface="標楷體" panose="03000509000000000000" pitchFamily="65" charset="-120"/>
                          <a:cs typeface="Times New Roman" panose="02020603050405020304" pitchFamily="18" charset="0"/>
                        </a:rPr>
                        <a:t>：</a:t>
                      </a:r>
                      <a:r>
                        <a:rPr lang="en-US" altLang="zh-TW" sz="1800" b="0" kern="1200" dirty="0" err="1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up_count</a:t>
                      </a:r>
                      <a:r>
                        <a:rPr lang="en-US" altLang="zh-TW" sz="1800" b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</a:t>
                      </a:r>
                      <a:r>
                        <a:rPr lang="zh-TW" altLang="en-US" sz="1800" b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、</a:t>
                      </a:r>
                      <a:r>
                        <a:rPr lang="en-US" altLang="zh-TW" sz="1800" b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counter_10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4380422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lang="zh-TW" altLang="en-US" sz="1800" kern="1200" dirty="0">
                          <a:solidFill>
                            <a:schemeClr val="dk1"/>
                          </a:solidFill>
                          <a:latin typeface="Times New Roman" panose="02020603050405020304" pitchFamily="18" charset="0"/>
                          <a:ea typeface="標楷體" panose="03000509000000000000" pitchFamily="65" charset="-120"/>
                          <a:cs typeface="Times New Roman" panose="02020603050405020304" pitchFamily="18" charset="0"/>
                        </a:rPr>
                        <a:t>下數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endParaRPr lang="zh-TW" altLang="en-US" sz="1800" kern="1200" dirty="0">
                        <a:solidFill>
                          <a:schemeClr val="dk1"/>
                        </a:solidFill>
                        <a:latin typeface="Times New Roman" panose="02020603050405020304" pitchFamily="18" charset="0"/>
                        <a:ea typeface="標楷體" panose="03000509000000000000" pitchFamily="65" charset="-120"/>
                        <a:cs typeface="Times New Roman" panose="02020603050405020304" pitchFamily="18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lang="zh-TW" altLang="en-US" sz="1800" kern="1200" dirty="0">
                          <a:solidFill>
                            <a:schemeClr val="dk1"/>
                          </a:solidFill>
                          <a:latin typeface="Times New Roman" panose="02020603050405020304" pitchFamily="18" charset="0"/>
                          <a:ea typeface="標楷體" panose="03000509000000000000" pitchFamily="65" charset="-120"/>
                          <a:cs typeface="Times New Roman" panose="02020603050405020304" pitchFamily="18" charset="0"/>
                        </a:rPr>
                        <a:t>上數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dirty="0">
                          <a:solidFill>
                            <a:schemeClr val="dk1"/>
                          </a:solidFill>
                          <a:latin typeface="Times New Roman" panose="02020603050405020304" pitchFamily="18" charset="0"/>
                          <a:ea typeface="標楷體" panose="03000509000000000000" pitchFamily="65" charset="-120"/>
                          <a:cs typeface="Times New Roman" panose="02020603050405020304" pitchFamily="18" charset="0"/>
                        </a:rPr>
                        <a:t>10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lang="zh-TW" altLang="en-US" sz="1800" kern="1200" dirty="0">
                          <a:solidFill>
                            <a:schemeClr val="dk1"/>
                          </a:solidFill>
                          <a:latin typeface="Times New Roman" panose="02020603050405020304" pitchFamily="18" charset="0"/>
                          <a:ea typeface="標楷體" panose="03000509000000000000" pitchFamily="65" charset="-120"/>
                          <a:cs typeface="Times New Roman" panose="02020603050405020304" pitchFamily="18" charset="0"/>
                        </a:rPr>
                        <a:t>計數器</a:t>
                      </a:r>
                      <a:endParaRPr lang="en-US" altLang="zh-TW" sz="1800" kern="1200" dirty="0">
                        <a:solidFill>
                          <a:schemeClr val="dk1"/>
                        </a:solidFill>
                        <a:latin typeface="Times New Roman" panose="02020603050405020304" pitchFamily="18" charset="0"/>
                        <a:ea typeface="標楷體" panose="03000509000000000000" pitchFamily="65" charset="-120"/>
                        <a:cs typeface="Times New Roman" panose="02020603050405020304" pitchFamily="18" charset="0"/>
                      </a:endParaRPr>
                    </a:p>
                    <a:p>
                      <a:pPr marL="0" algn="ctr" defTabSz="914400" rtl="0" eaLnBrk="1" latinLnBrk="0" hangingPunct="1"/>
                      <a:r>
                        <a:rPr lang="en-US" altLang="zh-TW" sz="1800" kern="1200" dirty="0">
                          <a:solidFill>
                            <a:schemeClr val="dk1"/>
                          </a:solidFill>
                          <a:latin typeface="Times New Roman" panose="02020603050405020304" pitchFamily="18" charset="0"/>
                          <a:ea typeface="標楷體" panose="03000509000000000000" pitchFamily="65" charset="-120"/>
                          <a:cs typeface="Times New Roman" panose="02020603050405020304" pitchFamily="18" charset="0"/>
                        </a:rPr>
                        <a:t>9~0</a:t>
                      </a:r>
                      <a:endParaRPr lang="zh-TW" altLang="en-US" sz="1800" kern="1200" dirty="0">
                        <a:solidFill>
                          <a:schemeClr val="dk1"/>
                        </a:solidFill>
                        <a:latin typeface="Times New Roman" panose="02020603050405020304" pitchFamily="18" charset="0"/>
                        <a:ea typeface="標楷體" panose="03000509000000000000" pitchFamily="65" charset="-120"/>
                        <a:cs typeface="Times New Roman" panose="02020603050405020304" pitchFamily="18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lang="en-US" altLang="zh-TW" sz="1800" kern="1200" dirty="0">
                          <a:solidFill>
                            <a:schemeClr val="dk1"/>
                          </a:solidFill>
                          <a:latin typeface="Times New Roman" panose="02020603050405020304" pitchFamily="18" charset="0"/>
                          <a:ea typeface="標楷體" panose="03000509000000000000" pitchFamily="65" charset="-120"/>
                          <a:cs typeface="Times New Roman" panose="02020603050405020304" pitchFamily="18" charset="0"/>
                        </a:rPr>
                        <a:t>in</a:t>
                      </a:r>
                      <a:r>
                        <a:rPr lang="zh-TW" altLang="en-US" sz="1800" kern="1200" dirty="0">
                          <a:solidFill>
                            <a:schemeClr val="dk1"/>
                          </a:solidFill>
                          <a:latin typeface="Times New Roman" panose="02020603050405020304" pitchFamily="18" charset="0"/>
                          <a:ea typeface="標楷體" panose="03000509000000000000" pitchFamily="65" charset="-120"/>
                          <a:cs typeface="Times New Roman" panose="02020603050405020304" pitchFamily="18" charset="0"/>
                        </a:rPr>
                        <a:t>：</a:t>
                      </a:r>
                      <a:r>
                        <a:rPr lang="en-US" altLang="zh-TW" sz="1800" b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counter_10</a:t>
                      </a:r>
                      <a:endParaRPr lang="en-US" altLang="zh-TW" sz="1800" kern="1200" dirty="0">
                        <a:solidFill>
                          <a:schemeClr val="dk1"/>
                        </a:solidFill>
                        <a:latin typeface="Times New Roman" panose="02020603050405020304" pitchFamily="18" charset="0"/>
                        <a:ea typeface="標楷體" panose="03000509000000000000" pitchFamily="65" charset="-120"/>
                        <a:cs typeface="Times New Roman" panose="02020603050405020304" pitchFamily="18" charset="0"/>
                      </a:endParaRPr>
                    </a:p>
                    <a:p>
                      <a:pPr marL="0" algn="ctr" defTabSz="914400" rtl="0" eaLnBrk="1" latinLnBrk="0" hangingPunct="1"/>
                      <a:r>
                        <a:rPr lang="en-US" altLang="zh-TW" sz="1800" kern="1200" dirty="0">
                          <a:solidFill>
                            <a:schemeClr val="dk1"/>
                          </a:solidFill>
                          <a:latin typeface="Times New Roman" panose="02020603050405020304" pitchFamily="18" charset="0"/>
                          <a:ea typeface="標楷體" panose="03000509000000000000" pitchFamily="65" charset="-120"/>
                          <a:cs typeface="Times New Roman" panose="02020603050405020304" pitchFamily="18" charset="0"/>
                        </a:rPr>
                        <a:t>out</a:t>
                      </a:r>
                      <a:r>
                        <a:rPr lang="zh-TW" altLang="en-US" sz="1800" kern="1200" dirty="0">
                          <a:solidFill>
                            <a:schemeClr val="dk1"/>
                          </a:solidFill>
                          <a:latin typeface="Times New Roman" panose="02020603050405020304" pitchFamily="18" charset="0"/>
                          <a:ea typeface="標楷體" panose="03000509000000000000" pitchFamily="65" charset="-120"/>
                          <a:cs typeface="Times New Roman" panose="02020603050405020304" pitchFamily="18" charset="0"/>
                        </a:rPr>
                        <a:t>：</a:t>
                      </a:r>
                      <a:r>
                        <a:rPr lang="en-US" altLang="zh-TW" sz="1800" b="0" kern="1200" dirty="0" err="1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up_count</a:t>
                      </a:r>
                      <a:r>
                        <a:rPr lang="en-US" altLang="zh-TW" sz="1800" b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</a:t>
                      </a:r>
                      <a:r>
                        <a:rPr lang="zh-TW" altLang="en-US" sz="1800" b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、</a:t>
                      </a:r>
                      <a:r>
                        <a:rPr lang="en-US" altLang="zh-TW" sz="1800" b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counter_10</a:t>
                      </a:r>
                      <a:endParaRPr lang="en-US" altLang="zh-TW" sz="1800" kern="1200" dirty="0">
                        <a:solidFill>
                          <a:schemeClr val="dk1"/>
                        </a:solidFill>
                        <a:latin typeface="Times New Roman" panose="02020603050405020304" pitchFamily="18" charset="0"/>
                        <a:ea typeface="標楷體" panose="03000509000000000000" pitchFamily="65" charset="-120"/>
                        <a:cs typeface="Times New Roman" panose="02020603050405020304" pitchFamily="18" charset="0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1628824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4161202371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標題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 dirty="0"/>
              <a:t>系統分析 </a:t>
            </a:r>
            <a:r>
              <a:rPr lang="en-US" altLang="zh-TW" dirty="0"/>
              <a:t>–</a:t>
            </a:r>
            <a:r>
              <a:rPr lang="zh-TW" altLang="en-US" dirty="0"/>
              <a:t> 時序圖 </a:t>
            </a:r>
            <a:r>
              <a:rPr lang="en-US" altLang="zh-TW" dirty="0"/>
              <a:t>(</a:t>
            </a:r>
            <a:r>
              <a:rPr lang="en-US" altLang="zh-TW" dirty="0">
                <a:solidFill>
                  <a:srgbClr val="FF0000"/>
                </a:solidFill>
                <a:highlight>
                  <a:srgbClr val="FFFF00"/>
                </a:highlight>
              </a:rPr>
              <a:t>2025/02/05</a:t>
            </a:r>
            <a:r>
              <a:rPr lang="zh-TW" altLang="en-US" dirty="0">
                <a:solidFill>
                  <a:srgbClr val="FF0000"/>
                </a:solidFill>
                <a:highlight>
                  <a:srgbClr val="FFFF00"/>
                </a:highlight>
              </a:rPr>
              <a:t>更新</a:t>
            </a:r>
            <a:r>
              <a:rPr lang="en-US" altLang="zh-TW" dirty="0"/>
              <a:t>)</a:t>
            </a:r>
            <a:endParaRPr lang="zh-TW" altLang="en-US" dirty="0"/>
          </a:p>
        </p:txBody>
      </p:sp>
      <p:pic>
        <p:nvPicPr>
          <p:cNvPr id="9" name="圖片 8" descr="一張含有 行, 圖表, 螢幕擷取畫面, Rectangle 的圖片&#10;&#10;自動產生的描述">
            <a:extLst>
              <a:ext uri="{FF2B5EF4-FFF2-40B4-BE49-F238E27FC236}">
                <a16:creationId xmlns:a16="http://schemas.microsoft.com/office/drawing/2014/main" id="{F36C3597-96B9-55B8-6DBC-CC03FE25C23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342744" y="2528559"/>
            <a:ext cx="7506511" cy="157055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49308563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標題 2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zh-TW" altLang="en-US" sz="4000" dirty="0"/>
              <a:t>專案架構圖 </a:t>
            </a:r>
            <a:r>
              <a:rPr lang="en-US" altLang="zh-TW" sz="4000" dirty="0"/>
              <a:t>(</a:t>
            </a:r>
            <a:r>
              <a:rPr lang="en-US" altLang="zh-TW" sz="4000" dirty="0">
                <a:solidFill>
                  <a:srgbClr val="FF0000"/>
                </a:solidFill>
                <a:highlight>
                  <a:srgbClr val="FFFF00"/>
                </a:highlight>
              </a:rPr>
              <a:t>2025/02/05</a:t>
            </a:r>
            <a:r>
              <a:rPr lang="zh-TW" altLang="en-US" sz="4000" dirty="0">
                <a:solidFill>
                  <a:srgbClr val="FF0000"/>
                </a:solidFill>
                <a:highlight>
                  <a:srgbClr val="FFFF00"/>
                </a:highlight>
              </a:rPr>
              <a:t>更新</a:t>
            </a:r>
            <a:r>
              <a:rPr lang="en-US" altLang="zh-TW" sz="4000" dirty="0"/>
              <a:t>)</a:t>
            </a:r>
            <a:endParaRPr lang="zh-TW" altLang="en-US" sz="4000" dirty="0"/>
          </a:p>
        </p:txBody>
      </p:sp>
      <p:pic>
        <p:nvPicPr>
          <p:cNvPr id="15" name="圖片 14" descr="一張含有 圖表, 文字, 行, 字型 的圖片&#10;&#10;自動產生的描述">
            <a:extLst>
              <a:ext uri="{FF2B5EF4-FFF2-40B4-BE49-F238E27FC236}">
                <a16:creationId xmlns:a16="http://schemas.microsoft.com/office/drawing/2014/main" id="{05116541-4AB0-1B45-F795-B9F12695CB8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702062" y="2262770"/>
            <a:ext cx="6787875" cy="233245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42601282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標題 2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720000"/>
          </a:xfrm>
        </p:spPr>
        <p:txBody>
          <a:bodyPr>
            <a:noAutofit/>
          </a:bodyPr>
          <a:lstStyle/>
          <a:p>
            <a:r>
              <a:rPr lang="zh-TW" altLang="en-US" sz="3200" dirty="0"/>
              <a:t>成果展示 </a:t>
            </a:r>
            <a:r>
              <a:rPr lang="en-US" altLang="zh-TW" sz="3200" dirty="0"/>
              <a:t>(</a:t>
            </a:r>
            <a:r>
              <a:rPr lang="en-US" altLang="zh-TW" sz="3200" dirty="0">
                <a:solidFill>
                  <a:srgbClr val="FF0000"/>
                </a:solidFill>
                <a:highlight>
                  <a:srgbClr val="FFFF00"/>
                </a:highlight>
              </a:rPr>
              <a:t>2025/02/05</a:t>
            </a:r>
            <a:r>
              <a:rPr lang="zh-TW" altLang="en-US" sz="3200" dirty="0">
                <a:solidFill>
                  <a:srgbClr val="FF0000"/>
                </a:solidFill>
                <a:highlight>
                  <a:srgbClr val="FFFF00"/>
                </a:highlight>
              </a:rPr>
              <a:t>更新</a:t>
            </a:r>
            <a:r>
              <a:rPr lang="en-US" altLang="zh-TW" sz="3200" dirty="0"/>
              <a:t>)</a:t>
            </a:r>
            <a:endParaRPr lang="zh-TW" altLang="en-US" sz="3200" dirty="0"/>
          </a:p>
        </p:txBody>
      </p:sp>
      <p:pic>
        <p:nvPicPr>
          <p:cNvPr id="2" name="圖片 1">
            <a:extLst>
              <a:ext uri="{FF2B5EF4-FFF2-40B4-BE49-F238E27FC236}">
                <a16:creationId xmlns:a16="http://schemas.microsoft.com/office/drawing/2014/main" id="{5946452B-7196-5F06-8C2C-CCF067C84DB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2521908"/>
            <a:ext cx="12192000" cy="1814184"/>
          </a:xfrm>
          <a:prstGeom prst="rect">
            <a:avLst/>
          </a:prstGeom>
        </p:spPr>
      </p:pic>
      <p:sp>
        <p:nvSpPr>
          <p:cNvPr id="4" name="矩形 3">
            <a:extLst>
              <a:ext uri="{FF2B5EF4-FFF2-40B4-BE49-F238E27FC236}">
                <a16:creationId xmlns:a16="http://schemas.microsoft.com/office/drawing/2014/main" id="{0AA4D13F-24DA-9B87-CC87-1BED33710361}"/>
              </a:ext>
            </a:extLst>
          </p:cNvPr>
          <p:cNvSpPr/>
          <p:nvPr/>
        </p:nvSpPr>
        <p:spPr>
          <a:xfrm>
            <a:off x="2998176" y="3027466"/>
            <a:ext cx="1644162" cy="1814184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5" name="文字方塊 4">
            <a:extLst>
              <a:ext uri="{FF2B5EF4-FFF2-40B4-BE49-F238E27FC236}">
                <a16:creationId xmlns:a16="http://schemas.microsoft.com/office/drawing/2014/main" id="{10676426-A5C3-55C6-DC45-1D1B00A4B3D6}"/>
              </a:ext>
            </a:extLst>
          </p:cNvPr>
          <p:cNvSpPr txBox="1"/>
          <p:nvPr/>
        </p:nvSpPr>
        <p:spPr>
          <a:xfrm>
            <a:off x="2998176" y="4336092"/>
            <a:ext cx="164416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zh-TW" altLang="en-US" dirty="0"/>
              <a:t>上數</a:t>
            </a:r>
          </a:p>
        </p:txBody>
      </p:sp>
      <p:sp>
        <p:nvSpPr>
          <p:cNvPr id="6" name="矩形 5">
            <a:extLst>
              <a:ext uri="{FF2B5EF4-FFF2-40B4-BE49-F238E27FC236}">
                <a16:creationId xmlns:a16="http://schemas.microsoft.com/office/drawing/2014/main" id="{B68F1F94-400A-C038-2194-7EFCDBD8D15D}"/>
              </a:ext>
            </a:extLst>
          </p:cNvPr>
          <p:cNvSpPr/>
          <p:nvPr/>
        </p:nvSpPr>
        <p:spPr>
          <a:xfrm>
            <a:off x="4658457" y="3027466"/>
            <a:ext cx="1531328" cy="1814184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7" name="文字方塊 6">
            <a:extLst>
              <a:ext uri="{FF2B5EF4-FFF2-40B4-BE49-F238E27FC236}">
                <a16:creationId xmlns:a16="http://schemas.microsoft.com/office/drawing/2014/main" id="{CB3F7AAA-87BC-EE96-AE2E-4F00128D4B95}"/>
              </a:ext>
            </a:extLst>
          </p:cNvPr>
          <p:cNvSpPr txBox="1"/>
          <p:nvPr/>
        </p:nvSpPr>
        <p:spPr>
          <a:xfrm>
            <a:off x="4642338" y="4355765"/>
            <a:ext cx="164416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zh-TW" altLang="en-US" dirty="0"/>
              <a:t>下數</a:t>
            </a:r>
          </a:p>
        </p:txBody>
      </p:sp>
    </p:spTree>
    <p:extLst>
      <p:ext uri="{BB962C8B-B14F-4D97-AF65-F5344CB8AC3E}">
        <p14:creationId xmlns:p14="http://schemas.microsoft.com/office/powerpoint/2010/main" val="2648098688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內容版面配置區 1"/>
          <p:cNvSpPr>
            <a:spLocks noGrp="1"/>
          </p:cNvSpPr>
          <p:nvPr>
            <p:ph idx="1"/>
          </p:nvPr>
        </p:nvSpPr>
        <p:spPr>
          <a:xfrm>
            <a:off x="838199" y="1201850"/>
            <a:ext cx="11048999" cy="5026422"/>
          </a:xfrm>
        </p:spPr>
        <p:txBody>
          <a:bodyPr/>
          <a:lstStyle/>
          <a:p>
            <a:r>
              <a:rPr lang="en-US" altLang="zh-TW" dirty="0"/>
              <a:t>Q1</a:t>
            </a:r>
            <a:r>
              <a:rPr lang="zh-TW" altLang="en-US" dirty="0"/>
              <a:t>：製作第二題時，可以上數，無法下數。</a:t>
            </a:r>
            <a:r>
              <a:rPr lang="en-US" altLang="zh-TW" dirty="0"/>
              <a:t> [</a:t>
            </a:r>
            <a:r>
              <a:rPr lang="zh-TW" altLang="en-US" dirty="0"/>
              <a:t>圖</a:t>
            </a:r>
            <a:r>
              <a:rPr lang="en-US" altLang="zh-TW" dirty="0"/>
              <a:t>1]</a:t>
            </a:r>
            <a:br>
              <a:rPr lang="en-US" altLang="zh-TW" dirty="0"/>
            </a:br>
            <a:endParaRPr lang="en-US" altLang="zh-TW" dirty="0"/>
          </a:p>
          <a:p>
            <a:endParaRPr lang="en-US" altLang="zh-TW" sz="1200" dirty="0"/>
          </a:p>
          <a:p>
            <a:endParaRPr lang="en-US" altLang="zh-TW" sz="1200" dirty="0"/>
          </a:p>
          <a:p>
            <a:endParaRPr lang="en-US" altLang="zh-TW" sz="1200" dirty="0"/>
          </a:p>
          <a:p>
            <a:endParaRPr lang="en-US" altLang="zh-TW" sz="1200" dirty="0"/>
          </a:p>
          <a:p>
            <a:endParaRPr lang="en-US" altLang="zh-TW" sz="1200" dirty="0"/>
          </a:p>
          <a:p>
            <a:endParaRPr lang="en-US" altLang="zh-TW" sz="1200" dirty="0"/>
          </a:p>
          <a:p>
            <a:endParaRPr lang="en-US" altLang="zh-TW" sz="1200" dirty="0"/>
          </a:p>
          <a:p>
            <a:endParaRPr lang="en-US" altLang="zh-TW" sz="1200" dirty="0"/>
          </a:p>
          <a:p>
            <a:endParaRPr lang="en-US" altLang="zh-TW" sz="1200" dirty="0"/>
          </a:p>
          <a:p>
            <a:endParaRPr lang="en-US" altLang="zh-TW" sz="1200" dirty="0"/>
          </a:p>
          <a:p>
            <a:endParaRPr lang="en-US" altLang="zh-TW" sz="1200" dirty="0"/>
          </a:p>
          <a:p>
            <a:endParaRPr lang="en-US" altLang="zh-TW" sz="1200" dirty="0"/>
          </a:p>
          <a:p>
            <a:pPr marL="0" indent="0">
              <a:buNone/>
            </a:pPr>
            <a:endParaRPr lang="en-US" altLang="zh-TW" sz="1200" dirty="0"/>
          </a:p>
          <a:p>
            <a:pPr marL="0" indent="0">
              <a:buNone/>
            </a:pPr>
            <a:endParaRPr lang="en-US" altLang="zh-TW" sz="1200" dirty="0"/>
          </a:p>
        </p:txBody>
      </p:sp>
      <p:sp>
        <p:nvSpPr>
          <p:cNvPr id="3" name="標題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 dirty="0"/>
              <a:t>問題記錄 </a:t>
            </a:r>
            <a:r>
              <a:rPr lang="en-US" altLang="zh-TW" dirty="0"/>
              <a:t>(</a:t>
            </a:r>
            <a:r>
              <a:rPr lang="zh-TW" altLang="en-US" dirty="0">
                <a:solidFill>
                  <a:srgbClr val="FF0000"/>
                </a:solidFill>
                <a:highlight>
                  <a:srgbClr val="FFFF00"/>
                </a:highlight>
              </a:rPr>
              <a:t>軟體問題</a:t>
            </a:r>
            <a:r>
              <a:rPr lang="en-US" altLang="zh-TW" dirty="0"/>
              <a:t>)</a:t>
            </a:r>
            <a:endParaRPr lang="zh-TW" altLang="en-US" dirty="0"/>
          </a:p>
        </p:txBody>
      </p:sp>
      <p:sp>
        <p:nvSpPr>
          <p:cNvPr id="17" name="矩形 16">
            <a:extLst>
              <a:ext uri="{FF2B5EF4-FFF2-40B4-BE49-F238E27FC236}">
                <a16:creationId xmlns:a16="http://schemas.microsoft.com/office/drawing/2014/main" id="{D93CB8E4-DED4-4E55-B426-B2D6694EE6B7}"/>
              </a:ext>
            </a:extLst>
          </p:cNvPr>
          <p:cNvSpPr/>
          <p:nvPr/>
        </p:nvSpPr>
        <p:spPr>
          <a:xfrm>
            <a:off x="5493912" y="4081108"/>
            <a:ext cx="1204176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US" altLang="zh-TW" dirty="0">
                <a:latin typeface="Times New Roman" panose="02020603050405020304" pitchFamily="18" charset="0"/>
                <a:ea typeface="標楷體" panose="03000509000000000000" pitchFamily="65" charset="-120"/>
              </a:rPr>
              <a:t>[</a:t>
            </a:r>
            <a:r>
              <a:rPr lang="zh-TW" altLang="en-US" dirty="0">
                <a:latin typeface="Times New Roman" panose="02020603050405020304" pitchFamily="18" charset="0"/>
                <a:ea typeface="標楷體" panose="03000509000000000000" pitchFamily="65" charset="-120"/>
              </a:rPr>
              <a:t>圖</a:t>
            </a:r>
            <a:r>
              <a:rPr lang="en-US" altLang="zh-TW" dirty="0">
                <a:latin typeface="Times New Roman" panose="02020603050405020304" pitchFamily="18" charset="0"/>
                <a:ea typeface="標楷體" panose="03000509000000000000" pitchFamily="65" charset="-120"/>
              </a:rPr>
              <a:t>1]</a:t>
            </a:r>
            <a:r>
              <a:rPr lang="zh-TW" altLang="en-US" dirty="0">
                <a:latin typeface="Times New Roman" panose="02020603050405020304" pitchFamily="18" charset="0"/>
                <a:ea typeface="標楷體" panose="03000509000000000000" pitchFamily="65" charset="-120"/>
              </a:rPr>
              <a:t> 問題</a:t>
            </a:r>
          </a:p>
        </p:txBody>
      </p:sp>
      <p:pic>
        <p:nvPicPr>
          <p:cNvPr id="5" name="圖片 4" descr="一張含有 螢幕擷取畫面, 多媒體軟體 的圖片&#10;&#10;自動產生的描述">
            <a:extLst>
              <a:ext uri="{FF2B5EF4-FFF2-40B4-BE49-F238E27FC236}">
                <a16:creationId xmlns:a16="http://schemas.microsoft.com/office/drawing/2014/main" id="{E1F3A329-73C7-A0B9-5840-4FC9040D30A0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19715" y="1571182"/>
            <a:ext cx="9830056" cy="252105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03700655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內容版面配置區 1"/>
          <p:cNvSpPr>
            <a:spLocks noGrp="1"/>
          </p:cNvSpPr>
          <p:nvPr>
            <p:ph idx="1"/>
          </p:nvPr>
        </p:nvSpPr>
        <p:spPr>
          <a:xfrm>
            <a:off x="838200" y="1201850"/>
            <a:ext cx="10515600" cy="5037776"/>
          </a:xfrm>
        </p:spPr>
        <p:txBody>
          <a:bodyPr/>
          <a:lstStyle/>
          <a:p>
            <a:pPr>
              <a:lnSpc>
                <a:spcPct val="200000"/>
              </a:lnSpc>
            </a:pPr>
            <a:r>
              <a:rPr lang="en-US" altLang="zh-TW" dirty="0"/>
              <a:t>VHDL</a:t>
            </a:r>
            <a:r>
              <a:rPr lang="zh-TW" altLang="en-US" dirty="0"/>
              <a:t>設計循序邏輯 </a:t>
            </a:r>
            <a:r>
              <a:rPr lang="en-US" altLang="zh-TW" dirty="0"/>
              <a:t>(Sequential Logic)</a:t>
            </a:r>
            <a:r>
              <a:rPr lang="zh-TW" altLang="en-US" dirty="0"/>
              <a:t>電路。</a:t>
            </a:r>
            <a:r>
              <a:rPr lang="en-US" altLang="zh-TW" dirty="0">
                <a:cs typeface="Times New Roman" panose="02020603050405020304" pitchFamily="18" charset="0"/>
                <a:hlinkClick r:id="rId2"/>
              </a:rPr>
              <a:t>https://csd.nutn.edu.tw/VHDL/Lin/CH11.pdf</a:t>
            </a:r>
            <a:endParaRPr lang="en-US" altLang="zh-TW" dirty="0">
              <a:cs typeface="Times New Roman" panose="02020603050405020304" pitchFamily="18" charset="0"/>
            </a:endParaRPr>
          </a:p>
          <a:p>
            <a:pPr>
              <a:lnSpc>
                <a:spcPct val="200000"/>
              </a:lnSpc>
            </a:pPr>
            <a:r>
              <a:rPr lang="en-US" altLang="zh-TW" dirty="0"/>
              <a:t>VHDL</a:t>
            </a:r>
            <a:r>
              <a:rPr lang="zh-TW" altLang="en-US" dirty="0"/>
              <a:t>顯示</a:t>
            </a:r>
            <a:r>
              <a:rPr lang="en-US" altLang="zh-TW" dirty="0"/>
              <a:t>0~9</a:t>
            </a:r>
            <a:r>
              <a:rPr lang="zh-TW" altLang="en-US" dirty="0"/>
              <a:t>數字，暫停一秒。</a:t>
            </a:r>
            <a:r>
              <a:rPr lang="en-US" altLang="zh-TW" dirty="0"/>
              <a:t> </a:t>
            </a:r>
            <a:r>
              <a:rPr lang="en-US" altLang="zh-TW" dirty="0">
                <a:hlinkClick r:id="rId3"/>
              </a:rPr>
              <a:t>https://reurl.cc/EgzZAg</a:t>
            </a:r>
            <a:endParaRPr lang="en-US" altLang="zh-TW" dirty="0"/>
          </a:p>
          <a:p>
            <a:pPr>
              <a:lnSpc>
                <a:spcPct val="200000"/>
              </a:lnSpc>
            </a:pPr>
            <a:r>
              <a:rPr lang="en-US" altLang="zh-TW" dirty="0"/>
              <a:t>VHDL</a:t>
            </a:r>
            <a:r>
              <a:rPr lang="zh-TW" altLang="en-US" dirty="0"/>
              <a:t>十計數器。</a:t>
            </a:r>
            <a:r>
              <a:rPr lang="en-US" altLang="zh-TW" dirty="0"/>
              <a:t> </a:t>
            </a:r>
            <a:r>
              <a:rPr lang="en-US" altLang="zh-TW" dirty="0">
                <a:hlinkClick r:id="rId4"/>
              </a:rPr>
              <a:t>https://blog.csdn.net/LYH6767/article/details/125191729</a:t>
            </a:r>
            <a:endParaRPr lang="en-US" altLang="zh-TW" dirty="0"/>
          </a:p>
          <a:p>
            <a:endParaRPr lang="zh-TW" altLang="en-US" dirty="0"/>
          </a:p>
          <a:p>
            <a:endParaRPr lang="zh-TW" altLang="en-US" dirty="0">
              <a:cs typeface="Times New Roman" panose="02020603050405020304" pitchFamily="18" charset="0"/>
            </a:endParaRPr>
          </a:p>
        </p:txBody>
      </p:sp>
      <p:sp>
        <p:nvSpPr>
          <p:cNvPr id="3" name="標題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 dirty="0"/>
              <a:t>參考資料</a:t>
            </a:r>
          </a:p>
        </p:txBody>
      </p:sp>
    </p:spTree>
    <p:extLst>
      <p:ext uri="{BB962C8B-B14F-4D97-AF65-F5344CB8AC3E}">
        <p14:creationId xmlns:p14="http://schemas.microsoft.com/office/powerpoint/2010/main" val="1759100234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佈景主題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佈景主題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佈景主題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84550</TotalTime>
  <Words>298</Words>
  <Application>Microsoft Office PowerPoint</Application>
  <PresentationFormat>寬螢幕</PresentationFormat>
  <Paragraphs>84</Paragraphs>
  <Slides>11</Slides>
  <Notes>5</Notes>
  <HiddenSlides>0</HiddenSlides>
  <MMClips>0</MMClips>
  <ScaleCrop>false</ScaleCrop>
  <HeadingPairs>
    <vt:vector size="6" baseType="variant">
      <vt:variant>
        <vt:lpstr>使用字型</vt:lpstr>
      </vt:variant>
      <vt:variant>
        <vt:i4>3</vt:i4>
      </vt:variant>
      <vt:variant>
        <vt:lpstr>佈景主題</vt:lpstr>
      </vt:variant>
      <vt:variant>
        <vt:i4>1</vt:i4>
      </vt:variant>
      <vt:variant>
        <vt:lpstr>投影片標題</vt:lpstr>
      </vt:variant>
      <vt:variant>
        <vt:i4>11</vt:i4>
      </vt:variant>
    </vt:vector>
  </HeadingPairs>
  <TitlesOfParts>
    <vt:vector size="15" baseType="lpstr">
      <vt:lpstr>Arial</vt:lpstr>
      <vt:lpstr>Calibri</vt:lpstr>
      <vt:lpstr>Times New Roman</vt:lpstr>
      <vt:lpstr>Office 佈景主題</vt:lpstr>
      <vt:lpstr>進度報告 FPGA專案練習</vt:lpstr>
      <vt:lpstr>控管記錄 - Git (2025/02/06)</vt:lpstr>
      <vt:lpstr>當週進度</vt:lpstr>
      <vt:lpstr>進度統整</vt:lpstr>
      <vt:lpstr>Breakdown(2025/02/05更新)</vt:lpstr>
      <vt:lpstr>系統分析 – AOV圖 (2025/02/05更新)</vt:lpstr>
      <vt:lpstr>系統分析 – 時序圖 (2025/02/05更新)</vt:lpstr>
      <vt:lpstr>專案架構圖 (2025/02/05更新)</vt:lpstr>
      <vt:lpstr>成果展示 (2025/02/05更新)</vt:lpstr>
      <vt:lpstr>問題記錄 (軟體問題)</vt:lpstr>
      <vt:lpstr>參考資料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專案進度報告 MQTT</dc:title>
  <dc:creator>User</dc:creator>
  <cp:lastModifiedBy>紹郁 吳</cp:lastModifiedBy>
  <cp:revision>3155</cp:revision>
  <dcterms:created xsi:type="dcterms:W3CDTF">2019-03-11T13:47:46Z</dcterms:created>
  <dcterms:modified xsi:type="dcterms:W3CDTF">2025-02-06T03:53:44Z</dcterms:modified>
</cp:coreProperties>
</file>