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9" r:id="rId2"/>
    <p:sldId id="372" r:id="rId3"/>
    <p:sldId id="261" r:id="rId4"/>
    <p:sldId id="267" r:id="rId5"/>
    <p:sldId id="1250" r:id="rId6"/>
    <p:sldId id="1256" r:id="rId7"/>
    <p:sldId id="1136" r:id="rId8"/>
    <p:sldId id="1143" r:id="rId9"/>
    <p:sldId id="302" r:id="rId10"/>
    <p:sldId id="271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首頁" id="{358C1436-8726-44E9-9674-06351113E5DF}">
          <p14:sldIdLst>
            <p14:sldId id="259"/>
          </p14:sldIdLst>
        </p14:section>
        <p14:section name="控管紀錄(Git)" id="{6A277EEA-9672-4024-8708-20A0F39A99C0}">
          <p14:sldIdLst>
            <p14:sldId id="372"/>
          </p14:sldIdLst>
        </p14:section>
        <p14:section name="進度統整" id="{9DD50ACF-4175-4751-9D6B-498445AED633}">
          <p14:sldIdLst>
            <p14:sldId id="261"/>
            <p14:sldId id="267"/>
          </p14:sldIdLst>
        </p14:section>
        <p14:section name="模組列表" id="{4734B755-1284-4D0A-BD14-DE31D9E9C0A3}">
          <p14:sldIdLst/>
        </p14:section>
        <p14:section name="系統分析" id="{9A21F2E2-4FC0-4A62-9703-93430BA9593A}">
          <p14:sldIdLst>
            <p14:sldId id="1250"/>
            <p14:sldId id="1256"/>
          </p14:sldIdLst>
        </p14:section>
        <p14:section name="專案架構" id="{1EBCE073-09FA-4CD3-BDCF-56A4EDB986FF}">
          <p14:sldIdLst>
            <p14:sldId id="1136"/>
          </p14:sldIdLst>
        </p14:section>
        <p14:section name="成果展示(yyyy/mm/dd)" id="{70DC3051-68F9-4DEC-9A31-AFAFBB0B0227}">
          <p14:sldIdLst>
            <p14:sldId id="1143"/>
          </p14:sldIdLst>
        </p14:section>
        <p14:section name="問題紀錄" id="{E54951B3-F25C-472E-B15E-EA7E37F6D2ED}">
          <p14:sldIdLst>
            <p14:sldId id="302"/>
          </p14:sldIdLst>
        </p14:section>
        <p14:section name="參考資料" id="{45BCF316-EF51-4D48-B1BE-363829FB5D01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FE"/>
    <a:srgbClr val="FFFFFF"/>
    <a:srgbClr val="7CAFDE"/>
    <a:srgbClr val="3886CC"/>
    <a:srgbClr val="66A2D8"/>
    <a:srgbClr val="FF6600"/>
    <a:srgbClr val="9751CB"/>
    <a:srgbClr val="6AA4D9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9470E6-5277-4D5D-A208-B0FF75A58DF8}" v="50" dt="2024-11-19T15:31:35.6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06799F8-075E-4A3A-A7F6-7FBC6576F1A4}" styleName="佈景主題樣式 2 - 輔色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9" autoAdjust="0"/>
    <p:restoredTop sz="94496" autoAdjust="0"/>
  </p:normalViewPr>
  <p:slideViewPr>
    <p:cSldViewPr snapToGrid="0">
      <p:cViewPr varScale="1">
        <p:scale>
          <a:sx n="109" d="100"/>
          <a:sy n="109" d="100"/>
        </p:scale>
        <p:origin x="810" y="3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紹郁 吳" userId="e3ece5eb2dd9dba5" providerId="LiveId" clId="{8C9470E6-5277-4D5D-A208-B0FF75A58DF8}"/>
    <pc:docChg chg="undo custSel delSld modSld modSection">
      <pc:chgData name="紹郁 吳" userId="e3ece5eb2dd9dba5" providerId="LiveId" clId="{8C9470E6-5277-4D5D-A208-B0FF75A58DF8}" dt="2024-11-19T15:41:27.187" v="385" actId="20577"/>
      <pc:docMkLst>
        <pc:docMk/>
      </pc:docMkLst>
      <pc:sldChg chg="modSp mod">
        <pc:chgData name="紹郁 吳" userId="e3ece5eb2dd9dba5" providerId="LiveId" clId="{8C9470E6-5277-4D5D-A208-B0FF75A58DF8}" dt="2024-11-17T16:43:36.097" v="48" actId="20577"/>
        <pc:sldMkLst>
          <pc:docMk/>
          <pc:sldMk cId="4056936614" sldId="259"/>
        </pc:sldMkLst>
        <pc:spChg chg="mod">
          <ac:chgData name="紹郁 吳" userId="e3ece5eb2dd9dba5" providerId="LiveId" clId="{8C9470E6-5277-4D5D-A208-B0FF75A58DF8}" dt="2024-11-17T16:43:36.097" v="48" actId="20577"/>
          <ac:spMkLst>
            <pc:docMk/>
            <pc:sldMk cId="4056936614" sldId="259"/>
            <ac:spMk id="3" creationId="{00000000-0000-0000-0000-000000000000}"/>
          </ac:spMkLst>
        </pc:spChg>
      </pc:sldChg>
      <pc:sldChg chg="del">
        <pc:chgData name="紹郁 吳" userId="e3ece5eb2dd9dba5" providerId="LiveId" clId="{8C9470E6-5277-4D5D-A208-B0FF75A58DF8}" dt="2024-11-17T16:44:53.037" v="72" actId="2696"/>
        <pc:sldMkLst>
          <pc:docMk/>
          <pc:sldMk cId="2460776231" sldId="269"/>
        </pc:sldMkLst>
      </pc:sldChg>
      <pc:sldChg chg="modSp mod">
        <pc:chgData name="紹郁 吳" userId="e3ece5eb2dd9dba5" providerId="LiveId" clId="{8C9470E6-5277-4D5D-A208-B0FF75A58DF8}" dt="2024-11-19T15:40:30.882" v="353" actId="20577"/>
        <pc:sldMkLst>
          <pc:docMk/>
          <pc:sldMk cId="1406203448" sldId="614"/>
        </pc:sldMkLst>
        <pc:spChg chg="mod">
          <ac:chgData name="紹郁 吳" userId="e3ece5eb2dd9dba5" providerId="LiveId" clId="{8C9470E6-5277-4D5D-A208-B0FF75A58DF8}" dt="2024-11-19T15:40:30.882" v="353" actId="20577"/>
          <ac:spMkLst>
            <pc:docMk/>
            <pc:sldMk cId="1406203448" sldId="614"/>
            <ac:spMk id="3" creationId="{00000000-0000-0000-0000-000000000000}"/>
          </ac:spMkLst>
        </pc:spChg>
        <pc:spChg chg="mod">
          <ac:chgData name="紹郁 吳" userId="e3ece5eb2dd9dba5" providerId="LiveId" clId="{8C9470E6-5277-4D5D-A208-B0FF75A58DF8}" dt="2024-11-19T15:29:37.426" v="280" actId="6549"/>
          <ac:spMkLst>
            <pc:docMk/>
            <pc:sldMk cId="1406203448" sldId="614"/>
            <ac:spMk id="4" creationId="{00000000-0000-0000-0000-000000000000}"/>
          </ac:spMkLst>
        </pc:spChg>
      </pc:sldChg>
      <pc:sldChg chg="del">
        <pc:chgData name="紹郁 吳" userId="e3ece5eb2dd9dba5" providerId="LiveId" clId="{8C9470E6-5277-4D5D-A208-B0FF75A58DF8}" dt="2024-11-17T16:43:51.363" v="50" actId="2696"/>
        <pc:sldMkLst>
          <pc:docMk/>
          <pc:sldMk cId="3843903932" sldId="615"/>
        </pc:sldMkLst>
      </pc:sldChg>
      <pc:sldChg chg="addSp modSp mod">
        <pc:chgData name="紹郁 吳" userId="e3ece5eb2dd9dba5" providerId="LiveId" clId="{8C9470E6-5277-4D5D-A208-B0FF75A58DF8}" dt="2024-11-19T15:40:53.376" v="363" actId="20577"/>
        <pc:sldMkLst>
          <pc:docMk/>
          <pc:sldMk cId="3742601282" sldId="1136"/>
        </pc:sldMkLst>
        <pc:spChg chg="add mod">
          <ac:chgData name="紹郁 吳" userId="e3ece5eb2dd9dba5" providerId="LiveId" clId="{8C9470E6-5277-4D5D-A208-B0FF75A58DF8}" dt="2024-11-19T14:50:30.484" v="80"/>
          <ac:spMkLst>
            <pc:docMk/>
            <pc:sldMk cId="3742601282" sldId="1136"/>
            <ac:spMk id="2" creationId="{31ACCFD5-2DD2-AE52-7725-210CEF34BABC}"/>
          </ac:spMkLst>
        </pc:spChg>
        <pc:spChg chg="mod">
          <ac:chgData name="紹郁 吳" userId="e3ece5eb2dd9dba5" providerId="LiveId" clId="{8C9470E6-5277-4D5D-A208-B0FF75A58DF8}" dt="2024-11-19T15:40:53.376" v="363" actId="20577"/>
          <ac:spMkLst>
            <pc:docMk/>
            <pc:sldMk cId="3742601282" sldId="1136"/>
            <ac:spMk id="3" creationId="{00000000-0000-0000-0000-000000000000}"/>
          </ac:spMkLst>
        </pc:spChg>
        <pc:spChg chg="add mod">
          <ac:chgData name="紹郁 吳" userId="e3ece5eb2dd9dba5" providerId="LiveId" clId="{8C9470E6-5277-4D5D-A208-B0FF75A58DF8}" dt="2024-11-19T14:50:30.484" v="80"/>
          <ac:spMkLst>
            <pc:docMk/>
            <pc:sldMk cId="3742601282" sldId="1136"/>
            <ac:spMk id="4" creationId="{F68216F2-9F45-725F-693B-B6924009A534}"/>
          </ac:spMkLst>
        </pc:spChg>
        <pc:spChg chg="add mod">
          <ac:chgData name="紹郁 吳" userId="e3ece5eb2dd9dba5" providerId="LiveId" clId="{8C9470E6-5277-4D5D-A208-B0FF75A58DF8}" dt="2024-11-19T14:50:30.484" v="80"/>
          <ac:spMkLst>
            <pc:docMk/>
            <pc:sldMk cId="3742601282" sldId="1136"/>
            <ac:spMk id="6" creationId="{133675FC-7B82-EF84-7791-C4B26BC41BAD}"/>
          </ac:spMkLst>
        </pc:spChg>
        <pc:spChg chg="add mod">
          <ac:chgData name="紹郁 吳" userId="e3ece5eb2dd9dba5" providerId="LiveId" clId="{8C9470E6-5277-4D5D-A208-B0FF75A58DF8}" dt="2024-11-19T14:50:30.484" v="80"/>
          <ac:spMkLst>
            <pc:docMk/>
            <pc:sldMk cId="3742601282" sldId="1136"/>
            <ac:spMk id="8" creationId="{BD51354D-9F92-43AA-35A3-ABBDBDA1D661}"/>
          </ac:spMkLst>
        </pc:spChg>
        <pc:spChg chg="add mod">
          <ac:chgData name="紹郁 吳" userId="e3ece5eb2dd9dba5" providerId="LiveId" clId="{8C9470E6-5277-4D5D-A208-B0FF75A58DF8}" dt="2024-11-19T14:50:30.484" v="80"/>
          <ac:spMkLst>
            <pc:docMk/>
            <pc:sldMk cId="3742601282" sldId="1136"/>
            <ac:spMk id="9" creationId="{7BA8A159-3DFA-C561-4592-D246809727C8}"/>
          </ac:spMkLst>
        </pc:spChg>
        <pc:spChg chg="add mod">
          <ac:chgData name="紹郁 吳" userId="e3ece5eb2dd9dba5" providerId="LiveId" clId="{8C9470E6-5277-4D5D-A208-B0FF75A58DF8}" dt="2024-11-19T14:50:30.484" v="80"/>
          <ac:spMkLst>
            <pc:docMk/>
            <pc:sldMk cId="3742601282" sldId="1136"/>
            <ac:spMk id="10" creationId="{C6C2D04C-9E29-E858-3F54-09BA27F0BD71}"/>
          </ac:spMkLst>
        </pc:spChg>
        <pc:cxnChg chg="add mod">
          <ac:chgData name="紹郁 吳" userId="e3ece5eb2dd9dba5" providerId="LiveId" clId="{8C9470E6-5277-4D5D-A208-B0FF75A58DF8}" dt="2024-11-19T14:50:30.484" v="80"/>
          <ac:cxnSpMkLst>
            <pc:docMk/>
            <pc:sldMk cId="3742601282" sldId="1136"/>
            <ac:cxnSpMk id="5" creationId="{D956F459-8900-A3E1-279B-1BCCF31DDDD2}"/>
          </ac:cxnSpMkLst>
        </pc:cxnChg>
        <pc:cxnChg chg="add mod">
          <ac:chgData name="紹郁 吳" userId="e3ece5eb2dd9dba5" providerId="LiveId" clId="{8C9470E6-5277-4D5D-A208-B0FF75A58DF8}" dt="2024-11-19T14:50:30.484" v="80"/>
          <ac:cxnSpMkLst>
            <pc:docMk/>
            <pc:sldMk cId="3742601282" sldId="1136"/>
            <ac:cxnSpMk id="7" creationId="{8EEA0811-2EAC-60A8-365A-AB791E954BD4}"/>
          </ac:cxnSpMkLst>
        </pc:cxnChg>
        <pc:cxnChg chg="add mod">
          <ac:chgData name="紹郁 吳" userId="e3ece5eb2dd9dba5" providerId="LiveId" clId="{8C9470E6-5277-4D5D-A208-B0FF75A58DF8}" dt="2024-11-19T14:50:30.484" v="80"/>
          <ac:cxnSpMkLst>
            <pc:docMk/>
            <pc:sldMk cId="3742601282" sldId="1136"/>
            <ac:cxnSpMk id="11" creationId="{DAD6A463-0107-DF76-A726-B22617B3E5D9}"/>
          </ac:cxnSpMkLst>
        </pc:cxnChg>
      </pc:sldChg>
      <pc:sldChg chg="modSp mod">
        <pc:chgData name="紹郁 吳" userId="e3ece5eb2dd9dba5" providerId="LiveId" clId="{8C9470E6-5277-4D5D-A208-B0FF75A58DF8}" dt="2024-11-19T15:41:27.187" v="385" actId="20577"/>
        <pc:sldMkLst>
          <pc:docMk/>
          <pc:sldMk cId="2590588513" sldId="1142"/>
        </pc:sldMkLst>
        <pc:spChg chg="mod">
          <ac:chgData name="紹郁 吳" userId="e3ece5eb2dd9dba5" providerId="LiveId" clId="{8C9470E6-5277-4D5D-A208-B0FF75A58DF8}" dt="2024-11-17T16:44:46.131" v="71" actId="5793"/>
          <ac:spMkLst>
            <pc:docMk/>
            <pc:sldMk cId="2590588513" sldId="1142"/>
            <ac:spMk id="2" creationId="{00000000-0000-0000-0000-000000000000}"/>
          </ac:spMkLst>
        </pc:spChg>
        <pc:spChg chg="mod">
          <ac:chgData name="紹郁 吳" userId="e3ece5eb2dd9dba5" providerId="LiveId" clId="{8C9470E6-5277-4D5D-A208-B0FF75A58DF8}" dt="2024-11-19T15:41:27.187" v="385" actId="20577"/>
          <ac:spMkLst>
            <pc:docMk/>
            <pc:sldMk cId="2590588513" sldId="1142"/>
            <ac:spMk id="3" creationId="{00000000-0000-0000-0000-000000000000}"/>
          </ac:spMkLst>
        </pc:spChg>
      </pc:sldChg>
      <pc:sldChg chg="addSp modSp mod">
        <pc:chgData name="紹郁 吳" userId="e3ece5eb2dd9dba5" providerId="LiveId" clId="{8C9470E6-5277-4D5D-A208-B0FF75A58DF8}" dt="2024-11-19T15:41:08.663" v="373" actId="20577"/>
        <pc:sldMkLst>
          <pc:docMk/>
          <pc:sldMk cId="2648098688" sldId="1143"/>
        </pc:sldMkLst>
        <pc:spChg chg="mod">
          <ac:chgData name="紹郁 吳" userId="e3ece5eb2dd9dba5" providerId="LiveId" clId="{8C9470E6-5277-4D5D-A208-B0FF75A58DF8}" dt="2024-11-19T15:41:08.663" v="373" actId="20577"/>
          <ac:spMkLst>
            <pc:docMk/>
            <pc:sldMk cId="2648098688" sldId="1143"/>
            <ac:spMk id="3" creationId="{00000000-0000-0000-0000-000000000000}"/>
          </ac:spMkLst>
        </pc:spChg>
        <pc:picChg chg="add mod">
          <ac:chgData name="紹郁 吳" userId="e3ece5eb2dd9dba5" providerId="LiveId" clId="{8C9470E6-5277-4D5D-A208-B0FF75A58DF8}" dt="2024-11-19T15:16:49.085" v="240"/>
          <ac:picMkLst>
            <pc:docMk/>
            <pc:sldMk cId="2648098688" sldId="1143"/>
            <ac:picMk id="2" creationId="{5946452B-7196-5F06-8C2C-CCF067C84DBE}"/>
          </ac:picMkLst>
        </pc:picChg>
      </pc:sldChg>
      <pc:sldChg chg="addSp modSp mod">
        <pc:chgData name="紹郁 吳" userId="e3ece5eb2dd9dba5" providerId="LiveId" clId="{8C9470E6-5277-4D5D-A208-B0FF75A58DF8}" dt="2024-11-19T15:39:52.817" v="329" actId="20577"/>
        <pc:sldMkLst>
          <pc:docMk/>
          <pc:sldMk cId="2502779554" sldId="1147"/>
        </pc:sldMkLst>
        <pc:spChg chg="add mod">
          <ac:chgData name="紹郁 吳" userId="e3ece5eb2dd9dba5" providerId="LiveId" clId="{8C9470E6-5277-4D5D-A208-B0FF75A58DF8}" dt="2024-11-19T14:58:06.297" v="102" actId="20577"/>
          <ac:spMkLst>
            <pc:docMk/>
            <pc:sldMk cId="2502779554" sldId="1147"/>
            <ac:spMk id="2" creationId="{F4992442-AF8A-BEE3-A355-1AC21511EF68}"/>
          </ac:spMkLst>
        </pc:spChg>
        <pc:spChg chg="mod">
          <ac:chgData name="紹郁 吳" userId="e3ece5eb2dd9dba5" providerId="LiveId" clId="{8C9470E6-5277-4D5D-A208-B0FF75A58DF8}" dt="2024-11-19T15:39:52.817" v="329" actId="20577"/>
          <ac:spMkLst>
            <pc:docMk/>
            <pc:sldMk cId="2502779554" sldId="1147"/>
            <ac:spMk id="3" creationId="{00000000-0000-0000-0000-000000000000}"/>
          </ac:spMkLst>
        </pc:spChg>
        <pc:spChg chg="add mod">
          <ac:chgData name="紹郁 吳" userId="e3ece5eb2dd9dba5" providerId="LiveId" clId="{8C9470E6-5277-4D5D-A208-B0FF75A58DF8}" dt="2024-11-19T15:14:57.051" v="231" actId="1076"/>
          <ac:spMkLst>
            <pc:docMk/>
            <pc:sldMk cId="2502779554" sldId="1147"/>
            <ac:spMk id="7" creationId="{4A7F0726-8109-FE5E-492A-BAEC5F961854}"/>
          </ac:spMkLst>
        </pc:spChg>
        <pc:spChg chg="add mod">
          <ac:chgData name="紹郁 吳" userId="e3ece5eb2dd9dba5" providerId="LiveId" clId="{8C9470E6-5277-4D5D-A208-B0FF75A58DF8}" dt="2024-11-19T15:15:25.622" v="235"/>
          <ac:spMkLst>
            <pc:docMk/>
            <pc:sldMk cId="2502779554" sldId="1147"/>
            <ac:spMk id="8" creationId="{50728CBF-B79A-427F-32FD-84C062F9FFE2}"/>
          </ac:spMkLst>
        </pc:spChg>
        <pc:spChg chg="add mod">
          <ac:chgData name="紹郁 吳" userId="e3ece5eb2dd9dba5" providerId="LiveId" clId="{8C9470E6-5277-4D5D-A208-B0FF75A58DF8}" dt="2024-11-19T15:15:13.388" v="234"/>
          <ac:spMkLst>
            <pc:docMk/>
            <pc:sldMk cId="2502779554" sldId="1147"/>
            <ac:spMk id="9" creationId="{A22A0DA9-3718-D8E7-7C11-593DB2E1CE31}"/>
          </ac:spMkLst>
        </pc:spChg>
        <pc:spChg chg="add mod">
          <ac:chgData name="紹郁 吳" userId="e3ece5eb2dd9dba5" providerId="LiveId" clId="{8C9470E6-5277-4D5D-A208-B0FF75A58DF8}" dt="2024-11-19T15:15:51.780" v="239" actId="1076"/>
          <ac:spMkLst>
            <pc:docMk/>
            <pc:sldMk cId="2502779554" sldId="1147"/>
            <ac:spMk id="10" creationId="{7213A2D9-A149-B4A7-20FE-3C72B73C67E3}"/>
          </ac:spMkLst>
        </pc:spChg>
        <pc:graphicFrameChg chg="add mod modGraphic">
          <ac:chgData name="紹郁 吳" userId="e3ece5eb2dd9dba5" providerId="LiveId" clId="{8C9470E6-5277-4D5D-A208-B0FF75A58DF8}" dt="2024-11-19T15:09:07.718" v="171" actId="1076"/>
          <ac:graphicFrameMkLst>
            <pc:docMk/>
            <pc:sldMk cId="2502779554" sldId="1147"/>
            <ac:graphicFrameMk id="4" creationId="{81DE665A-D14F-5543-FF34-375924F4E2D2}"/>
          </ac:graphicFrameMkLst>
        </pc:graphicFrameChg>
        <pc:graphicFrameChg chg="add mod modGraphic">
          <ac:chgData name="紹郁 吳" userId="e3ece5eb2dd9dba5" providerId="LiveId" clId="{8C9470E6-5277-4D5D-A208-B0FF75A58DF8}" dt="2024-11-19T15:09:27.732" v="174" actId="1076"/>
          <ac:graphicFrameMkLst>
            <pc:docMk/>
            <pc:sldMk cId="2502779554" sldId="1147"/>
            <ac:graphicFrameMk id="5" creationId="{7ED76D5F-DFAC-4910-9450-B0C871F0B41F}"/>
          </ac:graphicFrameMkLst>
        </pc:graphicFrameChg>
        <pc:graphicFrameChg chg="add mod modGraphic">
          <ac:chgData name="紹郁 吳" userId="e3ece5eb2dd9dba5" providerId="LiveId" clId="{8C9470E6-5277-4D5D-A208-B0FF75A58DF8}" dt="2024-11-19T15:12:29.215" v="227" actId="1076"/>
          <ac:graphicFrameMkLst>
            <pc:docMk/>
            <pc:sldMk cId="2502779554" sldId="1147"/>
            <ac:graphicFrameMk id="6" creationId="{5A2EF097-86B4-DDC0-CBD1-C5476C45769E}"/>
          </ac:graphicFrameMkLst>
        </pc:graphicFrameChg>
      </pc:sldChg>
      <pc:sldChg chg="addSp modSp mod">
        <pc:chgData name="紹郁 吳" userId="e3ece5eb2dd9dba5" providerId="LiveId" clId="{8C9470E6-5277-4D5D-A208-B0FF75A58DF8}" dt="2024-11-19T15:40:03.700" v="341" actId="20577"/>
        <pc:sldMkLst>
          <pc:docMk/>
          <pc:sldMk cId="4161202371" sldId="1250"/>
        </pc:sldMkLst>
        <pc:spChg chg="mod">
          <ac:chgData name="紹郁 吳" userId="e3ece5eb2dd9dba5" providerId="LiveId" clId="{8C9470E6-5277-4D5D-A208-B0FF75A58DF8}" dt="2024-11-19T15:40:03.700" v="341" actId="20577"/>
          <ac:spMkLst>
            <pc:docMk/>
            <pc:sldMk cId="4161202371" sldId="1250"/>
            <ac:spMk id="4" creationId="{00000000-0000-0000-0000-000000000000}"/>
          </ac:spMkLst>
        </pc:spChg>
        <pc:picChg chg="add mod">
          <ac:chgData name="紹郁 吳" userId="e3ece5eb2dd9dba5" providerId="LiveId" clId="{8C9470E6-5277-4D5D-A208-B0FF75A58DF8}" dt="2024-11-19T14:17:45.319" v="79" actId="14100"/>
          <ac:picMkLst>
            <pc:docMk/>
            <pc:sldMk cId="4161202371" sldId="1250"/>
            <ac:picMk id="3" creationId="{2F5A7906-D34B-47FE-114B-4EA2B7F7391F}"/>
          </ac:picMkLst>
        </pc:picChg>
      </pc:sldChg>
      <pc:sldChg chg="addSp modSp mod">
        <pc:chgData name="紹郁 吳" userId="e3ece5eb2dd9dba5" providerId="LiveId" clId="{8C9470E6-5277-4D5D-A208-B0FF75A58DF8}" dt="2024-11-19T15:40:38.393" v="355" actId="20577"/>
        <pc:sldMkLst>
          <pc:docMk/>
          <pc:sldMk cId="3649308563" sldId="1256"/>
        </pc:sldMkLst>
        <pc:spChg chg="add mod">
          <ac:chgData name="紹郁 吳" userId="e3ece5eb2dd9dba5" providerId="LiveId" clId="{8C9470E6-5277-4D5D-A208-B0FF75A58DF8}" dt="2024-11-19T15:30:45.658" v="285" actId="14100"/>
          <ac:spMkLst>
            <pc:docMk/>
            <pc:sldMk cId="3649308563" sldId="1256"/>
            <ac:spMk id="2" creationId="{76C8202B-4760-D9F5-7B49-B09DA39D7DE9}"/>
          </ac:spMkLst>
        </pc:spChg>
        <pc:spChg chg="mod">
          <ac:chgData name="紹郁 吳" userId="e3ece5eb2dd9dba5" providerId="LiveId" clId="{8C9470E6-5277-4D5D-A208-B0FF75A58DF8}" dt="2024-11-19T15:40:38.393" v="355" actId="20577"/>
          <ac:spMkLst>
            <pc:docMk/>
            <pc:sldMk cId="3649308563" sldId="1256"/>
            <ac:spMk id="4" creationId="{00000000-0000-0000-0000-000000000000}"/>
          </ac:spMkLst>
        </pc:spChg>
        <pc:spChg chg="mod">
          <ac:chgData name="紹郁 吳" userId="e3ece5eb2dd9dba5" providerId="LiveId" clId="{8C9470E6-5277-4D5D-A208-B0FF75A58DF8}" dt="2024-11-19T15:30:28.135" v="282" actId="14100"/>
          <ac:spMkLst>
            <pc:docMk/>
            <pc:sldMk cId="3649308563" sldId="1256"/>
            <ac:spMk id="5" creationId="{73089341-062A-3021-695F-FFA39B417CEC}"/>
          </ac:spMkLst>
        </pc:spChg>
        <pc:spChg chg="add mod">
          <ac:chgData name="紹郁 吳" userId="e3ece5eb2dd9dba5" providerId="LiveId" clId="{8C9470E6-5277-4D5D-A208-B0FF75A58DF8}" dt="2024-11-19T15:31:31.995" v="297" actId="122"/>
          <ac:spMkLst>
            <pc:docMk/>
            <pc:sldMk cId="3649308563" sldId="1256"/>
            <ac:spMk id="6" creationId="{7A9610FD-5705-AA98-C823-C5ECEE8E2B82}"/>
          </ac:spMkLst>
        </pc:spChg>
        <pc:spChg chg="add mod">
          <ac:chgData name="紹郁 吳" userId="e3ece5eb2dd9dba5" providerId="LiveId" clId="{8C9470E6-5277-4D5D-A208-B0FF75A58DF8}" dt="2024-11-19T15:31:45.216" v="305" actId="20577"/>
          <ac:spMkLst>
            <pc:docMk/>
            <pc:sldMk cId="3649308563" sldId="1256"/>
            <ac:spMk id="7" creationId="{317A700A-FA46-D96D-7C6D-4DC7B821109E}"/>
          </ac:spMkLst>
        </pc:spChg>
      </pc:sldChg>
      <pc:sldChg chg="del">
        <pc:chgData name="紹郁 吳" userId="e3ece5eb2dd9dba5" providerId="LiveId" clId="{8C9470E6-5277-4D5D-A208-B0FF75A58DF8}" dt="2024-11-17T16:43:48.942" v="49" actId="2696"/>
        <pc:sldMkLst>
          <pc:docMk/>
          <pc:sldMk cId="3556275576" sldId="125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9F8E0-05F2-4742-BB97-D2E4F51035C8}" type="datetimeFigureOut">
              <a:rPr lang="zh-TW" altLang="en-US" smtClean="0">
                <a:ea typeface="標楷體" panose="03000509000000000000" pitchFamily="65" charset="-120"/>
              </a:rPr>
              <a:t>2025/2/6</a:t>
            </a:fld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EDBFE4-86DF-49E3-AB07-98BBBFC45567}" type="slidenum">
              <a:rPr lang="zh-TW" altLang="en-US" smtClean="0">
                <a:ea typeface="標楷體" panose="03000509000000000000" pitchFamily="65" charset="-120"/>
              </a:rPr>
              <a:t>‹#›</a:t>
            </a:fld>
            <a:endParaRPr lang="zh-TW" altLang="en-US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9250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標楷體" panose="03000509000000000000" pitchFamily="65" charset="-120"/>
              </a:defRPr>
            </a:lvl1pPr>
          </a:lstStyle>
          <a:p>
            <a:fld id="{2CB905C5-9D54-40E2-B40C-7996280CAB02}" type="datetimeFigureOut">
              <a:rPr lang="zh-TW" altLang="en-US" smtClean="0"/>
              <a:pPr/>
              <a:t>2025/2/6</a:t>
            </a:fld>
            <a:endParaRPr lang="zh-TW" altLang="en-US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 dirty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標楷體" panose="03000509000000000000" pitchFamily="65" charset="-120"/>
              </a:defRPr>
            </a:lvl1pPr>
          </a:lstStyle>
          <a:p>
            <a:fld id="{EF8A6B0B-A5FB-4629-B823-69B1A9EB3A4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49117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118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0272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9710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6966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8277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38200" y="4295163"/>
            <a:ext cx="10515600" cy="1964122"/>
          </a:xfrm>
        </p:spPr>
        <p:txBody>
          <a:bodyPr>
            <a:normAutofit/>
          </a:bodyPr>
          <a:lstStyle>
            <a:lvl1pPr marL="0" indent="0" algn="l">
              <a:spcBef>
                <a:spcPts val="100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8200" y="1389529"/>
            <a:ext cx="10515600" cy="2905634"/>
          </a:xfrm>
        </p:spPr>
        <p:txBody>
          <a:bodyPr anchor="t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51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01850"/>
            <a:ext cx="10515600" cy="5037776"/>
          </a:xfrm>
        </p:spPr>
        <p:txBody>
          <a:bodyPr>
            <a:normAutofit/>
          </a:bodyPr>
          <a:lstStyle>
            <a:lvl1pPr hangingPunct="0"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426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2606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2025/2/6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493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2025/2/6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3767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2025/2/6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663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2025/2/6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1833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2025/2/6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236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2025/2/6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184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8943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6410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04074"/>
            <a:ext cx="10515600" cy="4434726"/>
          </a:xfrm>
        </p:spPr>
        <p:txBody>
          <a:bodyPr>
            <a:normAutofit/>
          </a:bodyPr>
          <a:lstStyle>
            <a:lvl1pPr hangingPunct="0">
              <a:lnSpc>
                <a:spcPct val="100000"/>
              </a:lnSpc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838200" y="5638800"/>
            <a:ext cx="10515600" cy="600825"/>
          </a:xfrm>
        </p:spPr>
        <p:txBody>
          <a:bodyPr>
            <a:normAutofit/>
          </a:bodyPr>
          <a:lstStyle>
            <a:lvl1pPr hangingPunct="0">
              <a:lnSpc>
                <a:spcPct val="100000"/>
              </a:lnSpc>
              <a:spcBef>
                <a:spcPts val="0"/>
              </a:spcBef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1265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202572"/>
            <a:ext cx="10515600" cy="5037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0C0CC965-A63A-473D-BEFB-C8F9714D5269}" type="datetimeFigureOut">
              <a:rPr lang="zh-TW" altLang="en-US" smtClean="0"/>
              <a:pPr/>
              <a:t>2025/2/6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90F9E983-480B-48C5-9E0F-D21C0DFBB5C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9" name="直線接點 8"/>
          <p:cNvCxnSpPr/>
          <p:nvPr userDrawn="1"/>
        </p:nvCxnSpPr>
        <p:spPr>
          <a:xfrm>
            <a:off x="838200" y="1143848"/>
            <a:ext cx="10515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 userDrawn="1"/>
        </p:nvCxnSpPr>
        <p:spPr>
          <a:xfrm>
            <a:off x="838200" y="6296092"/>
            <a:ext cx="1051560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Shape 13" descr="C:\Documents and Settings\frederic\My Documents\My Pictures\Wallpaper Images\GSLAB_LOGO1-120x120.jpg"/>
          <p:cNvPicPr preferRelativeResize="0">
            <a:picLocks noChangeAspect="1"/>
          </p:cNvPicPr>
          <p:nvPr userDrawn="1"/>
        </p:nvPicPr>
        <p:blipFill rotWithShape="1">
          <a:blip r:embed="rId14">
            <a:alphaModFix/>
          </a:blip>
          <a:srcRect/>
          <a:stretch/>
        </p:blipFill>
        <p:spPr>
          <a:xfrm>
            <a:off x="11596536" y="6270925"/>
            <a:ext cx="561907" cy="5619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842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</p:titleStyle>
    <p:bodyStyle>
      <a:lvl1pPr marL="144000" indent="-1440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6858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2pPr>
      <a:lvl3pPr marL="11430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3pPr>
      <a:lvl4pPr marL="16002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4pPr>
      <a:lvl5pPr marL="20574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wsy0331/SOC-Lab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eurl.cc/EgzZAg" TargetMode="External"/><Relationship Id="rId2" Type="http://schemas.openxmlformats.org/officeDocument/2006/relationships/hyperlink" Target="https://csd.nutn.edu.tw/VHDL/Lin/CH11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csdn.net/LYH6767/article/details/12519172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8200" y="1389530"/>
            <a:ext cx="10515600" cy="2544296"/>
          </a:xfrm>
        </p:spPr>
        <p:txBody>
          <a:bodyPr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zh-TW" altLang="en-US" sz="4000" b="0" dirty="0"/>
              <a:t>進度報告</a:t>
            </a:r>
            <a:br>
              <a:rPr lang="en-US" altLang="zh-TW" sz="4000" b="0" dirty="0"/>
            </a:br>
            <a:r>
              <a:rPr lang="en-US" altLang="zh-TW" sz="5300" b="0" dirty="0"/>
              <a:t>FPGA</a:t>
            </a:r>
            <a:r>
              <a:rPr lang="zh-TW" altLang="en-US" sz="5300" b="0" dirty="0"/>
              <a:t>專案練習</a:t>
            </a:r>
            <a:endParaRPr lang="zh-TW" altLang="en-US" sz="4000" b="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38200" y="3933825"/>
            <a:ext cx="10515600" cy="2325461"/>
          </a:xfrm>
        </p:spPr>
        <p:txBody>
          <a:bodyPr numCol="3">
            <a:normAutofit/>
          </a:bodyPr>
          <a:lstStyle/>
          <a:p>
            <a:pPr algn="l"/>
            <a:r>
              <a:rPr lang="zh-TW" altLang="en-US" dirty="0"/>
              <a:t>負  責  人：吳紹郁</a:t>
            </a:r>
            <a:endParaRPr lang="en-US" altLang="zh-TW" dirty="0"/>
          </a:p>
          <a:p>
            <a:r>
              <a:rPr lang="zh-TW" altLang="en-US" dirty="0"/>
              <a:t>目前成員：吳紹郁</a:t>
            </a:r>
            <a:endParaRPr lang="en-US" altLang="zh-TW" dirty="0"/>
          </a:p>
          <a:p>
            <a:r>
              <a:rPr lang="zh-TW" altLang="en-US" dirty="0"/>
              <a:t>報告日期：</a:t>
            </a:r>
            <a:r>
              <a:rPr lang="en-US" altLang="zh-TW" dirty="0"/>
              <a:t>2024/11/22</a:t>
            </a:r>
          </a:p>
          <a:p>
            <a:r>
              <a:rPr lang="zh-TW" altLang="en-US" dirty="0"/>
              <a:t>開始日期：</a:t>
            </a:r>
            <a:r>
              <a:rPr lang="en-US" altLang="zh-TW" dirty="0"/>
              <a:t>2024/11/09</a:t>
            </a:r>
          </a:p>
          <a:p>
            <a:pPr algn="l"/>
            <a:r>
              <a:rPr lang="zh-TW" altLang="en-US" dirty="0"/>
              <a:t>結束日期：</a:t>
            </a:r>
            <a:r>
              <a:rPr lang="en-US" altLang="zh-TW" dirty="0"/>
              <a:t> 2024/11/21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56936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hlinkClick r:id="rId2"/>
            <a:extLst>
              <a:ext uri="{FF2B5EF4-FFF2-40B4-BE49-F238E27FC236}">
                <a16:creationId xmlns:a16="http://schemas.microsoft.com/office/drawing/2014/main" id="{59F8B3B3-F005-C115-4306-F29AD4BA6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319" y="1233575"/>
            <a:ext cx="8125364" cy="4910293"/>
          </a:xfrm>
          <a:prstGeom prst="rect">
            <a:avLst/>
          </a:prstGeom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控管記錄 </a:t>
            </a:r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en-US" altLang="zh-TW" dirty="0"/>
              <a:t>Git (2024/11/18)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6746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b="1" dirty="0"/>
              <a:t>十一月：</a:t>
            </a:r>
            <a:endParaRPr lang="en-US" altLang="zh-TW" b="1" dirty="0"/>
          </a:p>
          <a:p>
            <a:pPr marL="144000" lvl="1" indent="-144000">
              <a:lnSpc>
                <a:spcPct val="150000"/>
              </a:lnSpc>
            </a:pPr>
            <a:r>
              <a:rPr lang="en-US" altLang="zh-TW" b="1" dirty="0"/>
              <a:t>2024/11/10~2024/11/16</a:t>
            </a:r>
            <a:r>
              <a:rPr lang="zh-TW" altLang="en-US" b="1" dirty="0"/>
              <a:t>：</a:t>
            </a:r>
            <a:endParaRPr lang="en-US" altLang="zh-TW" b="1" dirty="0"/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400" dirty="0"/>
              <a:t>理解計數器的動作原理</a:t>
            </a:r>
            <a:endParaRPr lang="en-US" altLang="zh-TW" sz="1400" dirty="0"/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400" dirty="0"/>
              <a:t>查詢相關計數器的資料</a:t>
            </a:r>
            <a:endParaRPr lang="en-US" altLang="zh-TW" sz="1400" dirty="0"/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400" dirty="0"/>
              <a:t>完成第一題</a:t>
            </a:r>
            <a:endParaRPr lang="en-US" altLang="zh-TW" sz="1400" dirty="0"/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400" dirty="0"/>
              <a:t>完成第一題的簡報內容</a:t>
            </a:r>
            <a:endParaRPr lang="en-US" altLang="zh-TW" sz="1400" dirty="0"/>
          </a:p>
          <a:p>
            <a:pPr marL="144000" lvl="1" indent="-144000">
              <a:lnSpc>
                <a:spcPct val="150000"/>
              </a:lnSpc>
            </a:pPr>
            <a:r>
              <a:rPr lang="en-US" altLang="zh-TW" b="1" dirty="0"/>
              <a:t>2024/11/17~2024/11/22</a:t>
            </a:r>
            <a:r>
              <a:rPr lang="zh-TW" altLang="en-US" b="1" dirty="0"/>
              <a:t>：</a:t>
            </a:r>
            <a:endParaRPr lang="en-US" altLang="zh-TW" b="1" dirty="0"/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400" dirty="0"/>
              <a:t>計數器的上下限原理</a:t>
            </a:r>
            <a:endParaRPr lang="en-US" altLang="zh-TW" sz="1400" dirty="0"/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400" dirty="0"/>
              <a:t>查詢</a:t>
            </a:r>
            <a:r>
              <a:rPr lang="en-US" altLang="zh-TW" sz="1400" dirty="0"/>
              <a:t>8</a:t>
            </a:r>
            <a:r>
              <a:rPr lang="zh-TW" altLang="en-US" sz="1400" dirty="0"/>
              <a:t>位元的寫法</a:t>
            </a:r>
            <a:endParaRPr lang="en-US" altLang="zh-TW" sz="1400" dirty="0"/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400" dirty="0"/>
              <a:t>先用出上數，在用下數</a:t>
            </a:r>
            <a:endParaRPr lang="en-US" altLang="zh-TW" sz="1400" dirty="0"/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400" dirty="0"/>
              <a:t>完成第二題</a:t>
            </a:r>
            <a:endParaRPr lang="en-US" altLang="zh-TW" sz="1400" dirty="0"/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400" dirty="0"/>
              <a:t>做完相關簡報</a:t>
            </a:r>
            <a:endParaRPr lang="en-US" altLang="zh-TW" sz="1400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當週進度</a:t>
            </a:r>
          </a:p>
        </p:txBody>
      </p:sp>
    </p:spTree>
    <p:extLst>
      <p:ext uri="{BB962C8B-B14F-4D97-AF65-F5344CB8AC3E}">
        <p14:creationId xmlns:p14="http://schemas.microsoft.com/office/powerpoint/2010/main" val="768206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/>
          <a:lstStyle/>
          <a:p>
            <a:r>
              <a:rPr lang="zh-TW" altLang="en-US" dirty="0"/>
              <a:t>進度統整</a:t>
            </a:r>
          </a:p>
        </p:txBody>
      </p:sp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A378B30B-4458-4F5F-A010-843A622DFCA2}"/>
              </a:ext>
            </a:extLst>
          </p:cNvPr>
          <p:cNvSpPr txBox="1">
            <a:spLocks/>
          </p:cNvSpPr>
          <p:nvPr/>
        </p:nvSpPr>
        <p:spPr>
          <a:xfrm>
            <a:off x="838200" y="1201850"/>
            <a:ext cx="10515600" cy="5037776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144000" indent="-144000" algn="l" defTabSz="914400" rtl="0" eaLnBrk="1" latinLnBrk="0" hangingPunc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1pPr>
            <a:lvl2pPr marL="685800" indent="-228600" algn="l" defTabSz="914400" rtl="0" eaLnBrk="1" latinLnBrk="0" hangingPunc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2pPr>
            <a:lvl3pPr marL="1143000" indent="-228600" algn="l" defTabSz="914400" rtl="0" eaLnBrk="1" latinLnBrk="0" hangingPunc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3pPr>
            <a:lvl4pPr marL="1600200" indent="-228600" algn="l" defTabSz="914400" rtl="0" eaLnBrk="1" latinLnBrk="0" hangingPunc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4pPr>
            <a:lvl5pPr marL="2057400" indent="-228600" algn="l" defTabSz="914400" rtl="0" eaLnBrk="1" latinLnBrk="0" hangingPunc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TW" altLang="en-US" b="1" dirty="0"/>
              <a:t>十一月：</a:t>
            </a:r>
            <a:endParaRPr lang="en-US" altLang="zh-TW" b="1" dirty="0"/>
          </a:p>
          <a:p>
            <a:pPr marL="144000" lvl="1" indent="-144000">
              <a:lnSpc>
                <a:spcPct val="150000"/>
              </a:lnSpc>
            </a:pPr>
            <a:r>
              <a:rPr lang="en-US" altLang="zh-TW" b="1" dirty="0"/>
              <a:t>2024/11/10~2024/11/16</a:t>
            </a:r>
            <a:r>
              <a:rPr lang="zh-TW" altLang="en-US" b="1" dirty="0"/>
              <a:t>：</a:t>
            </a:r>
            <a:endParaRPr lang="en-US" altLang="zh-TW" b="1" dirty="0"/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400" dirty="0"/>
              <a:t>完成第一題</a:t>
            </a:r>
            <a:endParaRPr lang="en-US" altLang="zh-TW" sz="1400" dirty="0"/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400" dirty="0"/>
              <a:t>完成第一題的簡報內容</a:t>
            </a:r>
            <a:endParaRPr lang="en-US" altLang="zh-TW" sz="1400" dirty="0"/>
          </a:p>
          <a:p>
            <a:pPr marL="144000" lvl="1" indent="-144000">
              <a:lnSpc>
                <a:spcPct val="150000"/>
              </a:lnSpc>
            </a:pPr>
            <a:r>
              <a:rPr lang="en-US" altLang="zh-TW" b="1" dirty="0"/>
              <a:t>2024/11/17~2024/11/22</a:t>
            </a:r>
            <a:r>
              <a:rPr lang="zh-TW" altLang="en-US" b="1" dirty="0"/>
              <a:t>：</a:t>
            </a:r>
            <a:endParaRPr lang="en-US" altLang="zh-TW" b="1" dirty="0"/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400" dirty="0"/>
              <a:t>完成第二題</a:t>
            </a:r>
            <a:endParaRPr lang="en-US" altLang="zh-TW" sz="1400" dirty="0"/>
          </a:p>
          <a:p>
            <a:pPr marL="0" lvl="1" indent="0">
              <a:lnSpc>
                <a:spcPct val="150000"/>
              </a:lnSpc>
              <a:buNone/>
            </a:pPr>
            <a:r>
              <a:rPr lang="zh-TW" altLang="en-US" sz="1400" dirty="0"/>
              <a:t>做完相關簡報</a:t>
            </a:r>
            <a:endParaRPr lang="en-US" altLang="zh-TW" sz="1400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73396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系統分析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AOV</a:t>
            </a:r>
            <a:r>
              <a:rPr lang="zh-TW" altLang="en-US" dirty="0"/>
              <a:t>圖 </a:t>
            </a:r>
            <a:r>
              <a:rPr lang="en-US" altLang="zh-TW" dirty="0"/>
              <a:t>(</a:t>
            </a:r>
            <a:r>
              <a:rPr lang="en-US" altLang="zh-TW" dirty="0">
                <a:solidFill>
                  <a:srgbClr val="FF0000"/>
                </a:solidFill>
                <a:highlight>
                  <a:srgbClr val="FFFF00"/>
                </a:highlight>
              </a:rPr>
              <a:t>2024/11/19</a:t>
            </a:r>
            <a:r>
              <a:rPr lang="zh-TW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更新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5" name="圖片 4" descr="一張含有 圓形, 行, 圖表, 字型 的圖片&#10;&#10;自動產生的描述">
            <a:extLst>
              <a:ext uri="{FF2B5EF4-FFF2-40B4-BE49-F238E27FC236}">
                <a16:creationId xmlns:a16="http://schemas.microsoft.com/office/drawing/2014/main" id="{BD1A1929-72D6-2D19-7A36-1B1BE6E09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470" y="1493773"/>
            <a:ext cx="5400675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02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系統分析 </a:t>
            </a:r>
            <a:r>
              <a:rPr lang="en-US" altLang="zh-TW" dirty="0"/>
              <a:t>–</a:t>
            </a:r>
            <a:r>
              <a:rPr lang="zh-TW" altLang="en-US" dirty="0"/>
              <a:t> 時序圖 </a:t>
            </a:r>
            <a:r>
              <a:rPr lang="en-US" altLang="zh-TW" dirty="0"/>
              <a:t>(</a:t>
            </a:r>
            <a:r>
              <a:rPr lang="en-US" altLang="zh-TW" dirty="0">
                <a:solidFill>
                  <a:srgbClr val="FF0000"/>
                </a:solidFill>
                <a:highlight>
                  <a:srgbClr val="FFFF00"/>
                </a:highlight>
              </a:rPr>
              <a:t>2024/11/10</a:t>
            </a:r>
            <a:r>
              <a:rPr lang="zh-TW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更新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9" name="圖片 8" descr="一張含有 行, 圖表, 螢幕擷取畫面, Rectangle 的圖片&#10;&#10;自動產生的描述">
            <a:extLst>
              <a:ext uri="{FF2B5EF4-FFF2-40B4-BE49-F238E27FC236}">
                <a16:creationId xmlns:a16="http://schemas.microsoft.com/office/drawing/2014/main" id="{F36C3597-96B9-55B8-6DBC-CC03FE25C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744" y="2528559"/>
            <a:ext cx="7506511" cy="15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308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專案架構圖 </a:t>
            </a:r>
            <a:r>
              <a:rPr lang="en-US" altLang="zh-TW" sz="4000" dirty="0"/>
              <a:t>(</a:t>
            </a:r>
            <a:r>
              <a:rPr lang="en-US" altLang="zh-TW" sz="4000" dirty="0">
                <a:solidFill>
                  <a:srgbClr val="FF0000"/>
                </a:solidFill>
                <a:highlight>
                  <a:srgbClr val="FFFF00"/>
                </a:highlight>
              </a:rPr>
              <a:t>2024/11/19</a:t>
            </a:r>
            <a:r>
              <a:rPr lang="zh-TW" altLang="en-US" sz="4000" dirty="0">
                <a:solidFill>
                  <a:srgbClr val="FF0000"/>
                </a:solidFill>
                <a:highlight>
                  <a:srgbClr val="FFFF00"/>
                </a:highlight>
              </a:rPr>
              <a:t>更新</a:t>
            </a:r>
            <a:r>
              <a:rPr lang="en-US" altLang="zh-TW" sz="4000" dirty="0"/>
              <a:t>)</a:t>
            </a:r>
            <a:endParaRPr lang="zh-TW" altLang="en-US" sz="4000" dirty="0"/>
          </a:p>
        </p:txBody>
      </p:sp>
      <p:pic>
        <p:nvPicPr>
          <p:cNvPr id="15" name="圖片 14" descr="一張含有 圖表, 文字, 行, 字型 的圖片&#10;&#10;自動產生的描述">
            <a:extLst>
              <a:ext uri="{FF2B5EF4-FFF2-40B4-BE49-F238E27FC236}">
                <a16:creationId xmlns:a16="http://schemas.microsoft.com/office/drawing/2014/main" id="{05116541-4AB0-1B45-F795-B9F12695C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062" y="2262770"/>
            <a:ext cx="6787875" cy="233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601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Autofit/>
          </a:bodyPr>
          <a:lstStyle/>
          <a:p>
            <a:r>
              <a:rPr lang="zh-TW" altLang="en-US" sz="3200" dirty="0"/>
              <a:t>成果展示 </a:t>
            </a:r>
            <a:r>
              <a:rPr lang="en-US" altLang="zh-TW" sz="3200" dirty="0"/>
              <a:t>–</a:t>
            </a:r>
            <a:r>
              <a:rPr lang="zh-TW" altLang="en-US" sz="3200" dirty="0"/>
              <a:t> </a:t>
            </a:r>
            <a:r>
              <a:rPr lang="zh-TW" altLang="en-US" sz="3200" dirty="0">
                <a:solidFill>
                  <a:srgbClr val="FF0000"/>
                </a:solidFill>
                <a:highlight>
                  <a:srgbClr val="FFFF00"/>
                </a:highlight>
              </a:rPr>
              <a:t>週進度項目</a:t>
            </a:r>
            <a:r>
              <a:rPr lang="zh-TW" altLang="en-US" sz="3200" dirty="0"/>
              <a:t> </a:t>
            </a:r>
            <a:r>
              <a:rPr lang="en-US" altLang="zh-TW" sz="3200" dirty="0"/>
              <a:t>(</a:t>
            </a:r>
            <a:r>
              <a:rPr lang="en-US" altLang="zh-TW" sz="3200" dirty="0">
                <a:solidFill>
                  <a:srgbClr val="FF0000"/>
                </a:solidFill>
                <a:highlight>
                  <a:srgbClr val="FFFF00"/>
                </a:highlight>
              </a:rPr>
              <a:t>2024/11/10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sp>
        <p:nvSpPr>
          <p:cNvPr id="10" name="內容版面配置區 1">
            <a:extLst>
              <a:ext uri="{FF2B5EF4-FFF2-40B4-BE49-F238E27FC236}">
                <a16:creationId xmlns:a16="http://schemas.microsoft.com/office/drawing/2014/main" id="{7525C5FA-E5AD-4056-9857-68D56781A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850"/>
            <a:ext cx="10515600" cy="5037776"/>
          </a:xfrm>
        </p:spPr>
        <p:txBody>
          <a:bodyPr>
            <a:norm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試題一</a:t>
            </a:r>
            <a:endParaRPr lang="en-US" altLang="zh-TW" dirty="0">
              <a:solidFill>
                <a:srgbClr val="FF0000"/>
              </a:solidFill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946452B-7196-5F06-8C2C-CCF067C84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21908"/>
            <a:ext cx="12192000" cy="181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098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838199" y="1201850"/>
            <a:ext cx="11048999" cy="5026422"/>
          </a:xfrm>
        </p:spPr>
        <p:txBody>
          <a:bodyPr/>
          <a:lstStyle/>
          <a:p>
            <a:r>
              <a:rPr lang="en-US" altLang="zh-TW" dirty="0"/>
              <a:t>Q1</a:t>
            </a:r>
            <a:r>
              <a:rPr lang="zh-TW" altLang="en-US" dirty="0"/>
              <a:t>：製作第二題時，可以上數，無法下數。</a:t>
            </a:r>
            <a:r>
              <a:rPr lang="en-US" altLang="zh-TW" dirty="0"/>
              <a:t> [</a:t>
            </a:r>
            <a:r>
              <a:rPr lang="zh-TW" altLang="en-US" dirty="0"/>
              <a:t>圖</a:t>
            </a:r>
            <a:r>
              <a:rPr lang="en-US" altLang="zh-TW" dirty="0"/>
              <a:t>1]</a:t>
            </a:r>
            <a:br>
              <a:rPr lang="en-US" altLang="zh-TW" dirty="0"/>
            </a:br>
            <a:endParaRPr lang="en-US" altLang="zh-TW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pPr marL="0" indent="0">
              <a:buNone/>
            </a:pPr>
            <a:endParaRPr lang="en-US" altLang="zh-TW" sz="1200" dirty="0"/>
          </a:p>
          <a:p>
            <a:pPr marL="0" indent="0">
              <a:buNone/>
            </a:pPr>
            <a:endParaRPr lang="en-US" altLang="zh-TW" sz="1200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問題記錄 </a:t>
            </a:r>
            <a:r>
              <a:rPr lang="en-US" altLang="zh-TW" dirty="0"/>
              <a:t>(</a:t>
            </a:r>
            <a:r>
              <a:rPr lang="zh-TW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軟體問題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3CB8E4-DED4-4E55-B426-B2D6694EE6B7}"/>
              </a:ext>
            </a:extLst>
          </p:cNvPr>
          <p:cNvSpPr/>
          <p:nvPr/>
        </p:nvSpPr>
        <p:spPr>
          <a:xfrm>
            <a:off x="5493912" y="4081108"/>
            <a:ext cx="1204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[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圖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1]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問題</a:t>
            </a:r>
          </a:p>
        </p:txBody>
      </p:sp>
      <p:pic>
        <p:nvPicPr>
          <p:cNvPr id="5" name="圖片 4" descr="一張含有 螢幕擷取畫面, 多媒體軟體 的圖片&#10;&#10;自動產生的描述">
            <a:extLst>
              <a:ext uri="{FF2B5EF4-FFF2-40B4-BE49-F238E27FC236}">
                <a16:creationId xmlns:a16="http://schemas.microsoft.com/office/drawing/2014/main" id="{E1F3A329-73C7-A0B9-5840-4FC9040D3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15" y="1571182"/>
            <a:ext cx="9830056" cy="252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700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838200" y="1201850"/>
            <a:ext cx="10515600" cy="5037776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zh-TW" dirty="0"/>
              <a:t>VHDL</a:t>
            </a:r>
            <a:r>
              <a:rPr lang="zh-TW" altLang="en-US" dirty="0"/>
              <a:t>設計循序邏輯 </a:t>
            </a:r>
            <a:r>
              <a:rPr lang="en-US" altLang="zh-TW" dirty="0"/>
              <a:t>(Sequential Logic)</a:t>
            </a:r>
            <a:r>
              <a:rPr lang="zh-TW" altLang="en-US" dirty="0"/>
              <a:t>電路。</a:t>
            </a:r>
            <a:r>
              <a:rPr lang="en-US" altLang="zh-TW" dirty="0">
                <a:cs typeface="Times New Roman" panose="02020603050405020304" pitchFamily="18" charset="0"/>
                <a:hlinkClick r:id="rId2"/>
              </a:rPr>
              <a:t>https://csd.nutn.edu.tw/VHDL/Lin/CH11.pdf</a:t>
            </a:r>
            <a:endParaRPr lang="en-US" altLang="zh-TW" dirty="0"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TW" dirty="0"/>
              <a:t>VHDL</a:t>
            </a:r>
            <a:r>
              <a:rPr lang="zh-TW" altLang="en-US" dirty="0"/>
              <a:t>顯示</a:t>
            </a:r>
            <a:r>
              <a:rPr lang="en-US" altLang="zh-TW" dirty="0"/>
              <a:t>0~9</a:t>
            </a:r>
            <a:r>
              <a:rPr lang="zh-TW" altLang="en-US" dirty="0"/>
              <a:t>數字，暫停一秒。</a:t>
            </a:r>
            <a:r>
              <a:rPr lang="en-US" altLang="zh-TW" dirty="0"/>
              <a:t> </a:t>
            </a:r>
            <a:r>
              <a:rPr lang="en-US" altLang="zh-TW" dirty="0">
                <a:hlinkClick r:id="rId3"/>
              </a:rPr>
              <a:t>https://reurl.cc/EgzZAg</a:t>
            </a:r>
            <a:endParaRPr lang="en-US" altLang="zh-TW" dirty="0"/>
          </a:p>
          <a:p>
            <a:pPr>
              <a:lnSpc>
                <a:spcPct val="200000"/>
              </a:lnSpc>
            </a:pPr>
            <a:r>
              <a:rPr lang="en-US" altLang="zh-TW" dirty="0"/>
              <a:t>VHDL</a:t>
            </a:r>
            <a:r>
              <a:rPr lang="zh-TW" altLang="en-US" dirty="0"/>
              <a:t>十計數器。</a:t>
            </a:r>
            <a:r>
              <a:rPr lang="en-US" altLang="zh-TW" dirty="0"/>
              <a:t> </a:t>
            </a:r>
            <a:r>
              <a:rPr lang="en-US" altLang="zh-TW" dirty="0">
                <a:hlinkClick r:id="rId4"/>
              </a:rPr>
              <a:t>https://blog.csdn.net/LYH6767/article/details/125191729</a:t>
            </a:r>
            <a:endParaRPr lang="en-US" altLang="zh-TW" dirty="0"/>
          </a:p>
          <a:p>
            <a:endParaRPr lang="zh-TW" altLang="en-US" dirty="0"/>
          </a:p>
          <a:p>
            <a:endParaRPr lang="zh-TW" altLang="en-US" dirty="0">
              <a:cs typeface="Times New Roman" panose="02020603050405020304" pitchFamily="18" charset="0"/>
            </a:endParaRP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參考資料</a:t>
            </a:r>
          </a:p>
        </p:txBody>
      </p:sp>
    </p:spTree>
    <p:extLst>
      <p:ext uri="{BB962C8B-B14F-4D97-AF65-F5344CB8AC3E}">
        <p14:creationId xmlns:p14="http://schemas.microsoft.com/office/powerpoint/2010/main" val="1759100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84539</TotalTime>
  <Words>242</Words>
  <Application>Microsoft Office PowerPoint</Application>
  <PresentationFormat>寬螢幕</PresentationFormat>
  <Paragraphs>57</Paragraphs>
  <Slides>10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佈景主題</vt:lpstr>
      <vt:lpstr>進度報告 FPGA專案練習</vt:lpstr>
      <vt:lpstr>控管記錄 - Git (2024/11/18)</vt:lpstr>
      <vt:lpstr>當週進度</vt:lpstr>
      <vt:lpstr>進度統整</vt:lpstr>
      <vt:lpstr>系統分析 – AOV圖 (2024/11/19更新)</vt:lpstr>
      <vt:lpstr>系統分析 – 時序圖 (2024/11/10更新)</vt:lpstr>
      <vt:lpstr>專案架構圖 (2024/11/19更新)</vt:lpstr>
      <vt:lpstr>成果展示 – 週進度項目 (2024/11/10)</vt:lpstr>
      <vt:lpstr>問題記錄 (軟體問題)</vt:lpstr>
      <vt:lpstr>參考資料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專案進度報告 MQTT</dc:title>
  <dc:creator>User</dc:creator>
  <cp:lastModifiedBy>紹郁 吳</cp:lastModifiedBy>
  <cp:revision>3150</cp:revision>
  <dcterms:created xsi:type="dcterms:W3CDTF">2019-03-11T13:47:46Z</dcterms:created>
  <dcterms:modified xsi:type="dcterms:W3CDTF">2025-02-05T16:07:01Z</dcterms:modified>
</cp:coreProperties>
</file>